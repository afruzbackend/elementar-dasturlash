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for takrorlash operatori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Range() funksiyasi va uning parametrlari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 yordamida yig‘indi, ko‘paytma va sanash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(akkumulyator usuli)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ko‘paytirish jadvali va faktorial dasturlarini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range()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funksiyasining parametrlari, for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sikli yordamida yig‘indi,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ko‘paytma va sanoqni hisoblash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satr belgilarini aylanib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chiqish bo‘yicha amaliy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range()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parametrlarini to‘g‘ri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akkumulyator usulida yig‘indi,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ko‘paytma va sanoqni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hisoblaydigan for dasturlarini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mustaqil 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RANGE() FUNKSIYASI VA UNING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range()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sikli ko‘pincha range() funksiyasi bilan birga ishlatiladi. U uchta parametr qabul qilishi mumkin: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start — boshlang‘ich son (standart 0), stop — tugash chegarasi (o‘zi kirmaydi), step — qadam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(standart 1). Qadam manfiy bo‘lsa, sonlar kamayib boradi.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063"/>
                <a:gridCol w="76075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Ifoda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Hosil bo‘ladigan sonlar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0, 1, 2, 3, 4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6)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10,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1, 3, 5, 7, 9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range(10, 0, -3)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10, 7, 4, 1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range(5,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— sikl bir marta ham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RANGE() FUNKSIYASI VA UNING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Satr belgilarini aylanib chiqish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faqat sonlar bilan emas, satr bilan ham ishlaydi: har iteratsiyada o‘zgaruvchiga satrning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navbatdagi belgisi beriladi. print() funksiyasining end parametri natijani bitta qatorga chiqarish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imkonini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254"/>
                <a:gridCol w="65564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harf in "Python":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harf navbat bilan olinadi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print(harf, end="-")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P-y-t-h-o-n-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Akkumulyator usuli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Akkumulyator — sikl davomida natija «yig‘iladigan» o‘zgaruvchi. U sikldan OLDIN boshlang‘ich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qiymat oladi: yig‘indi va sanoq uchun 0, ko‘paytma uchun 1. Agar ko‘paytma 0 dan boshlansa,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natija har doim 0 bo‘lib qoladi.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882"/>
                <a:gridCol w="3920085"/>
                <a:gridCol w="495168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Sikl ichida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*= 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 (shart bajarilsa)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juft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range(2, 11, 2) faqat juft sonlarni beradi, shuning uchun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tekshirish shart emas. Avval s = 0 deb olinadi, so‘ng bitta qatorli sikl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yoziladi: for i in range(2, 11, 2): s += i — natijada s = 2 + 4 + 6 + 8 +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10 = 30.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so‘zdagi «a» harflarini sanash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6035"/>
                <a:gridCol w="622262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= input("So‘z: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banan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 boshlanishi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h in soz: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harfni ko‘rib 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h == "a":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Harf «a»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 1 ga oshadi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922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1 dan n gacha sonlar ko‘paytmasi va o‘rta</a:t>
            </a:r>
            <a:br/>
            <a:r>
              <a:rPr sz="3000" b="1">
                <a:solidFill>
                  <a:srgbClr val="1B2A4A"/>
                </a:solidFill>
                <a:latin typeface="Georgia"/>
              </a:rPr>
              <a:t>arifmetigi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82727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204673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08330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 siklning o‘zida bir nechta akkumulyatordan foydalanish mumkin.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Masalan, 1 dan n gacha sonlarning yig‘indisi s va soni k bir vaqtda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hisoblanadi, sikldan keyin esa o‘rta arifmetik s / k formula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1: ko‘paytirish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faylni tez-tez saqlang (Ctrl + S), stul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monitor holatini to‘g‘rilang.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242"/>
                <a:gridCol w="483841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11):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 …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"x", i, "=", n * 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x 1 = 7 … 7 x 10 = 70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2: faktorial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 sonini kiriting va p = 1 deb oling.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 i in range(1, n + 1): </a:t>
            </a:r>
            <a:r>
              <a:rPr sz="2600" b="0">
                <a:solidFill>
                  <a:srgbClr val="1B2A4A"/>
                </a:solidFill>
                <a:latin typeface="Segoe UI"/>
              </a:rPr>
              <a:t>p *= i siklini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print(n, "! =", p) bilan natijani chiqaring.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Tekshiring: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n = 5 da 120, n = 1 da 1, n = 0 da 1 (sikl bajarilmaydi, p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o‘zgarmaydi).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124"/>
                <a:gridCol w="3248124"/>
                <a:gridCol w="42324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0 deb boshlash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Faktorial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Jadval 9 da tugaydi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qadamda oraliq natija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ni sikldan keyin, chekinishsiz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 2 va 4 bo‘shliq aralash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Hamma joyda 4 bo‘shliq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dasturni kamida uchta qiymat bilan sinang: oddiy holat (n = 5),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chegaraviy holat (n = 1) va maxsus holat (n = 0). Natijalarni daftardagi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qo‘lda hisoblangan javoblar bilan solishtiring.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Uchta dastur yozing: 1) kiritilgan son uchun 1 dan 10 gacha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ko‘paytirish jadvali; 2) 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range() funksiyasining uchta parametri nimani bildiradi?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range(10, 0, -2) qanday sonlarni hosil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ko‘paytma uchun akkumulyator 1 dan boshlanadi?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for yordamida satr belgilarini qanday aylanib chiqish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print() dagi end parametri nima uchun kerak?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for takrorlash operatori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