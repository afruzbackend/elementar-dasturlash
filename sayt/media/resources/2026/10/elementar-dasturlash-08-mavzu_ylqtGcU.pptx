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Kiritish va chiqarish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operatorlari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Ma’lumotlarni chiqarish: print() funksiyasi va uning sep,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end parametrlari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Ma’lumotlarni kiritish: input() funksiyasi va kiritilgan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qiymat turini o‘zgartirish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Formatlangan chiqarish: f-satrlar va sonlarni formatlash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Python tilida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ma’lumotlarni kiritish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chiqarish, print() funksiyasi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parametrlari, input()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funksiyasining ishlash tartibi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hamda f-satrlar yordamida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natijani formatlab chiqarish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bo‘yicha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print() va input()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funksiyalarining vazifasi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parametrlarini tushuntiradilar,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kiritilgan satrni kerakli turga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o‘zgartiradilar va natijani f-satr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yordamida tartibli ko‘rinishda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chiqarishni tahlil qiladilar.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MA’LUMOTLARNI CHIQARISH: PRINT() FUNKSIYASI VA UNING SEP, END PARAMETRLARI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 va foydalanuvchi muloqoti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qanday dastur uch asosiy ishni bajaradi: ma’lumot oladi, uni qayta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ishlaydi va natijani beradi. Ma’lumot olish kiritish (input), natijani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ekranga berish esa chiqarish (output) deyiladi.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MA’LUMOTLARNI CHIQARISH: PRINT() FUNKSIYASI VA UNING SEP, END PARAMETRLARI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print() funksiyasi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print() qavs ichidagi qiymatlarni ekranga chiqaradi. Bir nechta qiymat vergul bilan ajratib yozilsa,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ular orasiga avtomatik ravishda bitta bo‘shliq qo‘yiladi, oxirida esa yangi qatorga o‘tiladi.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2559"/>
                <a:gridCol w="580609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print("Salom, dunyo!")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Salom, dunyo!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print("Yosh:", 17)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Yosh: 17 — qiymatlar orasiga bo‘shliq qo‘yildi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print(12 * 3)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36 — avval ifoda hisoblanadi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Bo‘sh qator chiqadi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print("192", "168", "1", "10", sep=".")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192.168.1.10 — ajratuvchi nuqta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MA’LUMOTLARNI CHIQARISH: PRINT() FUNKSIYASI VA UNING SEP, END PARAMETRLARI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Maxsus belgilar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\n: </a:t>
            </a:r>
            <a:r>
              <a:rPr sz="2600" b="0">
                <a:solidFill>
                  <a:srgbClr val="1B2A4A"/>
                </a:solidFill>
                <a:latin typeface="Segoe UI"/>
              </a:rPr>
              <a:t>yangi qatorga o‘tish: print("1-qator\n2-qator") ikki qator chiqaradi.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\t: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tabulyatsiya (bir necha bo‘shliq kenglikdagi oraliq), ustunlarni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tekislashda qulay.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sep: </a:t>
            </a:r>
            <a:r>
              <a:rPr sz="2600" b="0">
                <a:solidFill>
                  <a:srgbClr val="1B2A4A"/>
                </a:solidFill>
                <a:latin typeface="Segoe UI"/>
              </a:rPr>
              <a:t>parametri — qiymatlar orasidagi ajratuvchi (odatiy qiymati bitta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bo‘shliq).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end: </a:t>
            </a:r>
            <a:r>
              <a:rPr sz="2600" b="0">
                <a:solidFill>
                  <a:srgbClr val="1B2A4A"/>
                </a:solidFill>
                <a:latin typeface="Segoe UI"/>
              </a:rPr>
              <a:t>parametri — chiqarish oxiriga qo‘yiladigan belgi (odatiy qiymati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\n, ya’ni yangi qator).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MA’LUMOTLARNI KIRITISH: INPUT() FUNKSIYASI VA KIRITILGAN QIYMAT TURINI O‘ZGARTIRISH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input() funksiyasi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input() dastur ishini to‘xtatib, foydalanuvchi klaviaturada ma’lumot terib Enter tugmasini bosishini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kutadi. Qavs ichiga yozilgan matn taklif (so‘rov) matni bo‘lib, u foydalanuvchiga nima kiritish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kerakligini bildiradi.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4"/>
                <a:gridCol w="2145731"/>
                <a:gridCol w="492255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Kiritilgan qiymat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input("Yosh: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"16" — bu satr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print(yosh + 1)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TypeError: satrga son qo‘shib bo‘lmaydi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int(input("Yosh: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16 — butun 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print(yosh + 1)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float(input("Narx: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12.5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12.5 — kasr 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MA’LUMOTLARNI KIRITISH: INPUT() FUNKSIYASI VA KIRITILGAN QIYMAT TURINI O‘ZGARTIRISH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Kiritishda e’tibor beriladigan jihatlar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Masalan, kompyuter xonasi uchun kerakli kabel uzunligini hisoblovchi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dastur avval xona uzunligi va enini so‘raydi.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Kasr ajratuvchisi: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Pythonda faqat nuqta: 12.5 to‘g‘ri, 12,5 esa float()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da ValueError beradi.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Taklif matni: </a:t>
            </a:r>
            <a:r>
              <a:rPr sz="2600" b="0">
                <a:solidFill>
                  <a:srgbClr val="1B2A4A"/>
                </a:solidFill>
                <a:latin typeface="Segoe UI"/>
              </a:rPr>
              <a:t>oxirida bo‘shliq qoldirilsa, kiritilgan qiymat matnga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yopishib qolmaydi: "Ism: ".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7087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2109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Bir qatorda bir nechta qiymat: </a:t>
            </a:r>
            <a:r>
              <a:rPr sz="2600" b="0">
                <a:solidFill>
                  <a:srgbClr val="1B2A4A"/>
                </a:solidFill>
                <a:latin typeface="Segoe UI"/>
              </a:rPr>
              <a:t>a, b = input().split() yozuvi bo‘shliq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bilan ajratilgan ikki qiymatni oladi (ikkalasi ham satr).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FORMATLANGAN CHIQARISH: F-SATRLAR VA SONLARNI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f-satrlar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Natijani chiroyli chiqarish uchun f-satr (f-string) ishlatiladi. Qo‘shtirnoq oldiga f harfi yoziladi,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figurali qavslar { } ichiga esa o‘zgaruvchi yoki ifoda qo‘yiladi.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2003"/>
                <a:gridCol w="576665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ism, kurs = "Malika",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o‘zgaruvchi yaratildi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print(f"{ism} {kurs}-kursda o‘qiydi")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Malika 2-kursda o‘qiydi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print(f"Yig‘indi: {7 + 8}")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Yig‘indi: 15 — qavs ichida ifoda hisoblandi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print(f"{10 / 3:.2f}")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3.33 — verguldan keyin 2 xona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print(f"{1500000:,}")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1,500,000 — minglik ajratuvchi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FORMATLANGAN CHIQARISH: F-SATRLAR VA SONLARNI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Formatlash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Xulosa: print() — ekranga chiqarish, input() — klaviaturadan satr olish,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int() va float() — satrni songa aylantirish, f-satr esa natijani tushunarli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shaklga keltirish vositasi.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:.2f: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kasr sonni 2 xona aniqlikda (yaxlitlab) chiqaradi.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:,: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katta sonni minglik guruhlarga ajratadi.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7132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2155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:&gt;n,:&lt;n,:^n: </a:t>
            </a:r>
            <a:r>
              <a:rPr sz="2600" b="0">
                <a:solidFill>
                  <a:srgbClr val="1B2A4A"/>
                </a:solidFill>
                <a:latin typeface="Segoe UI"/>
              </a:rPr>
              <a:t>qiymatni n belgili maydonda o‘ngga, chapga yoki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markazga tekislaydi.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6294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31317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format() usuli: </a:t>
            </a:r>
            <a:r>
              <a:rPr sz="2600" b="0">
                <a:solidFill>
                  <a:srgbClr val="1B2A4A"/>
                </a:solidFill>
                <a:latin typeface="Segoe UI"/>
              </a:rPr>
              <a:t>eski yozuv: "{} so‘m".format(5000) natijasi «5000 so‘m».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print() funksiyasidagi sep va end parametrlari nima vazifani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bajaradi?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input() funksiyasi qaysi turdagi qiymat qaytaradi?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yosh = input() dan keyin yosh + 1 ifodasi xato beradi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va uni qanday tuzatish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f-satr oddiy satrdan qanday farq qiladi?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f"{x:.2f}" yozuvi nimani bildiradi?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8-mavzu. Kiritish va chiqarish operatorlari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