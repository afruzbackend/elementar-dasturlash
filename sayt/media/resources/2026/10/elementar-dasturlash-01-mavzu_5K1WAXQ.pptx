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Dasturlash va algoritm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tushunchalari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Dastur, dasturlash va dasturlash tillari 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Algoritm tushunchasi, ijrochi va algoritmning xossalari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Hayotiy va kompyuter algoritmlariga misollar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dasturlash, dasturlash tili,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 va uning xossalari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haqida boshlang‘ich nazariy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Dastur va algoritm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tushunchalarini farqlaydilar,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algoritm xossalarini sanab bera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 va oddiy hayotiy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jarayonni algoritm ko‘rinishida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ifodalaydilar.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DASTUR, DASTURLASH VA DASTURLASH TILLARI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 va dasturlash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o‘z-o‘zidan hech narsa qila olmaydi: u faqat inson bergan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buyruqlarni juda tez va aniq bajaradi. Dastur — kompyuter bajarishi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kerak bo‘lgan buyruqlarning aniq ketma-ketligi. Brauzer, matn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muharriri, o‘yin, antivirus — bularning barchasi dasturlardir.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 protsessori faqat ikkilik kodni (0 va 1 lardan iborat mashina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kodini) tushunadi.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DASTUR, DASTURLASH VA DASTURLASH TILLARI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Dasturlash tillarining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070"/>
                <a:gridCol w="5931289"/>
                <a:gridCol w="2442295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Xususiyati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Misollar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Quyi darajadagi tillar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 buyruqlariga juda yaqin, tez ishlaydi, lekin o‘qish va…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Mashina kodi, Assembler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Yuqori darajadagi tillar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Inson tiliga yaqin, o‘rganish oson, bir dastur turli kompyuterlarda…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Python, Java, C#, JavaScript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Kompilyatsiya qilinadigan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dastur oldindan mashina kodiga o‘giriladi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C, C++, Go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Interpretatsiya qilinadigan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qatorma-qator o‘qilib, darhol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Python, JavaScript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TUSHUNCHASI, IJROCHI VA ALGORITMNING XOSSALARI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Algoritm — qo‘yilgan masalani yechish yoki maqsadga erishish uchun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bajariladigan aniq buyruqlarning chekli ketma-ketligi. «Algoritm» so‘zi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buyuk vatandoshimiz Muhammad ibn Muso al-Xorazmiy nomining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lotincha talaffuzi «Algoritmi»dan kelib chiqqan.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 bajaradigan obyekt ijrochi deyiladi. Ijrochi inson, robot,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kompyuter yoki kir yuvish mashinasi bo‘lishi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ALGORITM TUSHUNCHASI, IJROCHI VA ALGORITMNING XOSSALARI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Algoritmning xossalari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Agar bu xossalardan biri buzilsa, algoritm noto‘g‘ri ishlaydi yoki umuman tugamaydi.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Masalan, «choyga biroz shakar sol» buyrug‘i aniqlik xossasini buzadi: «biroz» har kim uchun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har xil. To‘g‘ri variant — «choyga 2 qoshiq shakar sol».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Diskretlik (bo‘laklilik):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alohida, ketma-ket bajariladigan qadamlarga bo‘linadi.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6040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57880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Aniqlik: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har bir buyruq bir xil ma’noda tushuniladi, ijrochiga «o‘zing o‘ylab ko‘r» degan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erkinlik qoldirilmaydi.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5695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5442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Tushunarlilik: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buyruqlar ijrochining buyruqlar tizimidan olinadi.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72837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2584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Natijaviylik (cheklilik):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chekli qadamdan so‘ng albatta natija berib, tugashi kerak.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998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9727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Ommaviylik: </a:t>
            </a:r>
            <a:r>
              <a:rPr sz="2000" b="0">
                <a:solidFill>
                  <a:srgbClr val="1B2A4A"/>
                </a:solidFill>
                <a:latin typeface="Segoe UI"/>
              </a:rPr>
              <a:t>algoritm bitta emas, balki shu turdagi barcha masalalarni yechishga yaroqli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bo‘ladi (masalan, istalgan ikki sonni qo‘shish).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HAYOTIY VA KOMPYUTER ALGORITMLARIGA MISOLLAR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Hayotiy algoritmlar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Biz har kuni algoritmlarni bajaramiz, lekin buni sezmaymiz. Ertalab turib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nonushta tayyorlash, avtobusda texnikumga borish, telefon zaryadlash —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bularning barchasi ma’lum tartibdagi qadamlardan iborat.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Kompyuter va monitorni elektr tarmog‘iga ulanganini 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5504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1024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Tizim blokidagi quvvat tugmasini bosish.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9149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57472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Windows yuklanib bo‘lguncha kutish va parol kiritish.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27945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69392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Ish stolidagi «Word» yorlig‘ini ikki marta bosish.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36439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23036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«Yangi hujjat» bandini tanlash.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HAYOTIY VA KOMPYUTER ALGORITMLARIGA MISOLLAR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algoritmiga misol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Kompyuter uchun yozilgan algoritm yanada aniq bo‘lishi kerak. Ikki sonning yig‘indisini topish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masalasini ko‘raylik: avval sonlar kiritiladi, so‘ng qo‘shiladi va natija ekranga chiqariladi.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Algoritm qadami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Python kodi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1. Birinchi sonni kirit (a)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int(input("Birinchi son: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 Ikkinchi sonni kirit (b)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 = int(input("Ikkinchi son: "))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 Yig‘indini hisobla: s = a +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a +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4. Natijani chiqar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print("Yig‘indi:", s)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 va dasturlash tushunchalari bir-biridan qanday farq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Kompilyator va interpretatorning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«Algoritm» so‘zi qayerdan kelib chiqqan?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Algoritmning qaysi xossalarini bilasiz? Har biriga misol keltiring.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Ijrochi va ijrochining buyruqlar tizimi deganda nima tushuniladi?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Dasturlash va algoritm tushunchalari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