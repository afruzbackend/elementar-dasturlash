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Sintaktik xatolarni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aniqlash va tuzatish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Sintaktik xatoni topish algoritmi va muhit yordamchi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vositalari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Ko‘p uchraydigan syntaxerror va indentationerror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xabarlari, ularning sabablari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beshta xatosi bor «kassa» dasturini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bosqichma-bosqich tuzatish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Python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interpretatori chiqargan sintaktik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xato xabarlarini o‘qish, xato joyini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aniqlash, uning sababini izohlash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va xatolarni ketma-ket tuzatib,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dasturni ishchi holatga keltirish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bo‘yicha amaliy ko‘nikmalar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 xato xabaridagi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qator raqami va ^ belgisi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bo‘yicha xatoni topadi,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SyntaxError va IndentationError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turlarini sababiga ko‘ra izohlaydi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va bir nechta xatosi bor dasturni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bosqichma-bosqich tuzatadi.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SINTAKTIK XATONI TOPISH ALGORITMI VA MUHIT YORDAMCHI VOSITALARI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Sintaktik xatoni qanday topish kerak?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Sintaktik xato bo‘lsa, Python dasturning birorta ham qatorini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bajarmaydi va xabar chiqaradi. Xabarda xato turi, qator raqami va ^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belgisi bo‘ladi.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SINTAKTIK XATONI TOPISH ALGORITMI VA MUHIT YORDAMCHI VOSITALARI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Topish algoritmi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Xabarning oxirgi qatorini o‘qing: </a:t>
            </a:r>
            <a:r>
              <a:rPr sz="2400" b="0">
                <a:solidFill>
                  <a:srgbClr val="1B2A4A"/>
                </a:solidFill>
                <a:latin typeface="Segoe UI"/>
              </a:rPr>
              <a:t>xato turi (SyntaxError, IndentationError,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TabError) va izoh.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line N dagi qator raqamiga o‘ting; ^ belgisi ko‘rsatgan joyni ko‘zdan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kechiring.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3236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9834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Shu qatorda xato ko‘rinmasa, oldingi qatorni tekshiring: yopilmagan qavs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yoki qo‘shtirnoq ko‘pincha shu yerda.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55895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42493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Faqat bitta xatoni tuzating va dasturni qayta ishga tushiring — keyingi xato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o‘shanda ko‘rinadi.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48555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35152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Xabar yo‘qolguncha takrorlang, so‘ng natijani tekshiring.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SINTAKTIK XATONI TOPISH ALGORITMI VA MUHIT YORDAMCHI VOSITALARI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Muhitning yordamchi vositalari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IDLE: </a:t>
            </a:r>
            <a:r>
              <a:rPr sz="2600" b="0">
                <a:solidFill>
                  <a:srgbClr val="1B2A4A"/>
                </a:solidFill>
                <a:latin typeface="Segoe UI"/>
              </a:rPr>
              <a:t>Run → Check Module (Alt + X) dasturni bajarmasdan faqat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sintaksisini tekshiradi va xato joyini qizil rang bilan belgilaydi.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Ranglar: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satrlar, kalit so‘zlar va izohlar turli rangda chiqadi;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yopilmagan qo‘shtirnoqdan keyingi butun qator satr rangiga bo‘yalib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qolsa — bu xato belgisi.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20081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5104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Avtomatik chekinish: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ikki nuqtadan keyin Enter bosilganda muhit o‘zi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4 ta bo‘shliq qo‘yadi; chekinishni Tab va bo‘shliq aralash qilib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yozmaslik kerak.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KO‘P UCHRAYDIGAN SYNTAXERROR VA INDENTATIONERROR XABARLARI, ULARNING SABABLARI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Ko‘p uchraydigan xabarlar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Quyidagi xabarlar Python 3.10 va undan yangi versiyalarda shu ko‘rinishda chiqadi. Ularni yodlash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shart emas — asosiy kalit so‘zlarni tanib olish yetarli: expected (kutilgan edi), never closed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(yopilmagan), unterminated (tugallanmagan), indent (chekinish).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3161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656"/>
                <a:gridCol w="4195179"/>
                <a:gridCol w="4607819"/>
              </a:tblGrid>
              <a:tr h="38925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4EBDD"/>
                          </a:solidFill>
                          <a:latin typeface="Segoe UI"/>
                        </a:rPr>
                        <a:t>Xatoli 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4EBDD"/>
                          </a:solidFill>
                          <a:latin typeface="Segoe UI"/>
                        </a:rPr>
                        <a:t>Python xabari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4EBDD"/>
                          </a:solidFill>
                          <a:latin typeface="Segoe UI"/>
                        </a:rPr>
                        <a:t>Sabab va tuzatish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38925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while 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SyntaxError: expected ':'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Sarlavha oxirida ikki nuqta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59563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print("Natija:", 5 * (2 + 3)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SyntaxError: '(' was never closed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Yopuvchi ) qavs yetishmaydi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59563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ism = "Ali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SyntaxError: unterminated string literal (detected at line 1)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Yopuvchi qo‘shtirnoq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59563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print('Bu o‘quvchi')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SyntaxError: unterminated string literal (detected at line 1)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Ichida apostrof bor matn qo‘sh qo‘shtirnoqqa olinadi: "Bu o‘quvchi"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59563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print("Ali" "Vali" 5)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SyntaxError: invalid syntax. Perhaps you forgot a comma?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Elementlar orasiga vergul qo‘yish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KO‘P UCHRAYDIGAN SYNTAXERROR VA INDENTATIONERROR XABARLARI, ULARNING SABABLARI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Chekinish xatolari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Kalit so‘zni o‘zgaruvchi nomi qilib olish ham sintaktik xato: for = 3 yoki class = 5 qatorlari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SyntaxError: invalid syntax beradi.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343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1329"/>
                <a:gridCol w="4486528"/>
                <a:gridCol w="2340797"/>
              </a:tblGrid>
              <a:tr h="4527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Holat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Python xabari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else: dan keyingi qator surilmagan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IndentationError: expected an indented block after 'else' statement…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Blok tanasini 4 bo‘shliq surish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Hech qanday blok ichida bo‘lmagan qator surilgan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IndentationError: unexpected indent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Ortiqcha bo‘shliqlarni olib tashlash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4 bo‘shliqli blokdan keyingi qator 2 bo‘shliq bilan yozilgan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IndentationError: unindent does not match any outer indentation level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Bir xil chekinish (4 yoki 0) qilish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Tab va bo‘shliq aralash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TabError: inconsistent use of tabs and spaces in indentation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Faqat bo‘shliqdan foydalanish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BESHTA XATOSI BOR «KASSA» DASTURINI BOSQICHMA-BOSQICH TUZATISH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«Kassa» dasturini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kompyuter, o‘qituvchi tarqatgan kassa.py fayli. Xavfsizlik: asl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faylni o‘zgartirishdan oldin uning nusxasini oling, ish joyida suyuqlik saqlamang. Dastur 10 tadan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ortiq mahsulot olinganda 5 % chegirma beradi.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342"/>
                <a:gridCol w="4672156"/>
                <a:gridCol w="467215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Qator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Xatoli 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 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int(input("Narx: 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int(input("Narx: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soni = int(input("Soni: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o‘zgarishsiz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soni &gt; 10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soni &gt; 10: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= narx * soni * 0.95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o‘zgarishsiz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o‘zgarishsiz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68729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68729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19834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08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Sintaktik xato xabaridagi ^ belgisi nimani ko‘rsatadi va u har doim aniqmi?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23339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23339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265934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191258"/>
            <a:ext cx="10206825" cy="772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Nima uchun xatolarni birma-bir tuzatib, har safar dasturni qayta ishga tushirish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tavsiya etiladi?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14271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14271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175254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100578"/>
            <a:ext cx="10206825" cy="772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«'(' was never closed» va «unterminated string literal» xabarlari qanday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holatlarda chiqadi?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05203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05203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84574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009898"/>
            <a:ext cx="10206825" cy="408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IndentationError ning qanday ko‘rinishlarini bilasiz?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13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13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0674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55998"/>
            <a:ext cx="10206825" cy="408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Ichida apostrof bor o‘zbekcha matnni print() bilan qanday chiqarish kerak?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23-mavzu. Sintaktik xatolarni aniqlash va tuzatish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