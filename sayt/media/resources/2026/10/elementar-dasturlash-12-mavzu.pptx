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Mantiqiy operatorlardan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joyini tayyorlash va mantiqiy ifodalarni dasturda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hisoblash 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Namunaviy masalalar: juft son, kabisa yili va login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tekshiruvi ifodalari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murakkab shartlarni and, or, not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tuzish va test qiymatlari bilan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taqqoslash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mantiqiy operatorlar (and, or,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not) yordamida hayotiy shartlarni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Python ifodasi ko‘rinishida tuzish,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ularning natijasini dasturda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hisoblash va test qiymatlari bilan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 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So‘z bilan berilgan shartni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ifodaga o‘giradilar,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murakkab ifodalarni and, or,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not bilan tuzadilar, natijani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True/False ko‘rinishida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chiqarib, test jadvali asosida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 VA MANTIQIY IFODALARNI DASTURDA HISOBLASH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uchun Python 3 o‘rnatilgan kompyuter, IDLE yoki Thonny muhiti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rostlik jadvali tarqatmasi kerak. Ishni boshlashdan oldin kompyuter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korpusi va kabellar shikastlanmaganini ko‘zdan kechiring, ish joyida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suyuqlik saqlamang.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 VA MANTIQIY IFODALARNI DASTURDA HISOBLASH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ifoda bilan ishlash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darsda shart operatori (if) hali ishlatilmaydi: maqsad — ifodaning o‘zini to‘g‘ri tuzish va uning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natijasini ko‘rish. Keyingi darslarda aynan shu ifodalar if operatorining sharti sifatida qo‘llaniladi.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671"/>
                <a:gridCol w="728998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14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juft = n % 2 ==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n % 2 hisoblanadi, so‘ng 0 bilan solishtiriladi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print("Juftmi:", juft)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Juftmi: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print("Toqmi:", not juft)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Toqmi: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JUFT SON, KABISA YILI VA LOGIN TEKSHIRUVI IFODALARI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Namuna: kabisa yili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Yil kabisa hisoblanadi, agar u 4 ga bo‘linib, 100 ga bo‘linmasa yoki 400 ga bo‘linsa. Shartda and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 birga qatnashgani uchun qavs qo‘yish o‘qishni osonlashtiradi.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4658"/>
                <a:gridCol w="33439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 = int(input("Yil: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kabisa = (y % 4 == 0 and y % 100!= 0) or y % 400 ==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Murakkab mantiqiy ifoda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print(f"{y} kabisa yilimi? {kabisa}")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2024 kabisa yilimi?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JUFT SON, KABISA YILI VA LOGIN TEKSHIRUVI IFODALARI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Namuna: login tekshiruvi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Login yoki paroldan bittasi xato kiritilsa, natija False bo‘ladi. Katta-kichik harf farqlanadi: «Admin»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kiritilsa ham False chiqadi. Haqiqiy tizimlarda parol kod ichida ochiq yozilmaydi — bu faqat o‘quv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misoli.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8974"/>
                <a:gridCol w="43396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 = input("Login: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= input("Parol: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Texnikum2026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 = login == "admin" and parol == "Texnikum2026"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Ikkala shart ham rost bo‘lishi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print("Kirish ruxsati:", ruxsat)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Kirish ruxsati: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MURAKKAB SHARTLARNI AND, OR, NOT BILAN TUZISH VA TEST QIYMATLARI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Mustaqil masalalar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37"/>
                <a:gridCol w="3709908"/>
                <a:gridCol w="370990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Namuna yechim (ifoda)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Test qiymatlari va 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— ikki xonali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&lt;= n &lt;= 99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57 → True; 9 → False; 100 →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b, c tomonli uchburchak mavjud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+ b &gt; c and a + c &gt; b and b + c &gt;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 4, 5 → True; 1, 2, 5 →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port — to‘g‘ri port raqami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&lt;= port &lt;= 65535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8080 → True; 0 → False; 70000 →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 — dam olish kuni (6 yoki 7)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 == 6 or kun ==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→ True; 3 →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MURAKKAB SHARTLARNI AND, OR, NOT BILAN TUZISH VA TEST QIYMATLARI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Qisqa tutashuv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Python and ifodasida birinchi qism False bo‘lsa, ikkinchisini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hisoblamaydi; or da esa birinchi qism True bo‘lsa, ikkinchisi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tekshirilmaydi.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MURAKKAB SHARTLARNI AND, OR, NOT BILAN TUZISH VA TEST QIYMATLARI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De Morgan qoidasi ifodani soddalashtirishga yordam beradi: not (a and b) ifodasi (not a) or (not b)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bilan, not (a or b) esa (not a) and (not b) bilan teng kuchli.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020"/>
                <a:gridCol w="5108883"/>
                <a:gridCol w="3882751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Xato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To‘g‘ri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 &gt;= 10 and &lt;= 99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 &gt;= 10 and n &lt;= 99 yoki 10 &lt;= n &lt;= 99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 == 6 or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 = 3 da ham 7 chiqadi (rost deb qabul qilinadi)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 == 6 or kun ==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print(n % 2 = 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print(n % 2 == 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 &gt; 0 And b &gt;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 &gt; 0 and b &gt; 0 (kichik harflar bilan)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So‘z bilan berilgan shartni mantiqiy ifodaga o‘girish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Kabisa yilini aniqlovchi ifodada nima uchun qavs ishlatiladi?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kun == 6 or 7 yozuvi nima uchun noto‘g‘ri?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Qisqa tutashuv qoidasi nima va u qanday xatodan himoya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Mantiqiy ifodani tekshirish uchun qanday test qiymatlarini tanlash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12-mavzu. Mantiqiy operatorlardan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