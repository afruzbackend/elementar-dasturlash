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Oddiy masalani mustaqil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dasturlash va yechimini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 qilish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Mustaqil loyiha bosqichlari va topshiriq variantlari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Namunaviy loyiha: «kompyuter do‘koni kassasi» dasturi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loyihani yakunlash va yechimni himoya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qilish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oddiy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masalani tahlildan tortib test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himoyagacha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bajarish, o‘z yechimini asoslab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 va savollarga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javob berish bo‘yicha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individual masala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uchun algoritm, Python dasturi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test jadvalini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tayyorlaydi hamda yechimni 5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daqiqalik taqdimotda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MUSTAQIL LOYIHA BOSQICHLARI VA TOPSHIRIQ VARIANTLARI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Mustaqil loyiha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Mustaqil loyiha — modul davomida o‘rganilgan barcha bilimlarni bitta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topshiriqda birlashtirish imkoniyati. O‘quvchi masalani o‘zi tahlil qiladi,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algoritm tuzadi, dastur yozadi, uni sinaydi va natijani boshqalarga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tushuntirib beradi.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MUSTAQIL LOYIHA BOSQICHLARI VA TOPSHIRIQ VARIANTLARI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Tahlil: </a:t>
            </a:r>
            <a:r>
              <a:rPr sz="2600" b="0">
                <a:solidFill>
                  <a:srgbClr val="1B2A4A"/>
                </a:solidFill>
                <a:latin typeface="Segoe UI"/>
              </a:rPr>
              <a:t>berilganlar, natija, shartlar va cheklovlarni yozish.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Algoritm: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qadamlar ro‘yxati va blok-sxema.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Dastur: </a:t>
            </a:r>
            <a:r>
              <a:rPr sz="2600" b="0">
                <a:solidFill>
                  <a:srgbClr val="1B2A4A"/>
                </a:solidFill>
                <a:latin typeface="Segoe UI"/>
              </a:rPr>
              <a:t>blok-sxema asosida Python kodi, izohlar bilan.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Test: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kamida 5 ta test qiymati (oddiy, chegaraviy, noto‘g‘ri) va natijalar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jadvali.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Himoya: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5 daqiqalik taqdimot va savollarga javob.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MUSTAQIL LOYIHA BOSQICHLARI VA TOPSHIRIQ VARIANTLARI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Topshiriq variantlari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658"/>
                <a:gridCol w="7271644"/>
                <a:gridCol w="250335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Kerakli operatorlar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do‘koni kassasi: mahsulotlar summasi va chegirma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while, if, f-satr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Guruh baholari: o‘rtacha, eng yuqori ball, a’lochilar soni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for, if, round()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 tarifini tanlash: oylik trafikka qarab arzon tarif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if-elif-else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 ishonchliligini tekshirish: uzunlik va raqam mavjudligi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while, for, if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 xizmati: varaqlar soni va rangiga qarab narx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if, arifmetik amallar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NAMUNAVIY LOYIHA: «KOMPYUTER DO‘KONI KASSASI» DASTURI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Namunaviy loyiha: «Kompyuter do‘koni kassasi»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Masala: kassir mahsulot narxlarini birma-bir kiritadi, 0 kiritilganda hisob yopiladi. Jami summa 1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000 000 so‘m va undan ko‘p bo‘lsa, 5 % chegirma beriladi. Manfiy narx qabul qilinmaydi. Dastur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mahsulotlar soni, chegirma va to‘lov summasini chiqaradi.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2436"/>
                <a:gridCol w="357621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qiymatlar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soni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True: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Narxlar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float(input("Narx (0 - tugatish):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narx ==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Hisobni yopish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NAMUNAVIY LOYIHA: «KOMPYUTER DO‘KONI KASSASI» DASTURI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Test natijalari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329"/>
                <a:gridCol w="5851993"/>
                <a:gridCol w="13933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450000, 350000, 250000, 0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ta; chegirma 52 500; to‘lov 997 500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1000000, 0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ta; chegirma 50 000; to‘lov 950 000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999999, 0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ta; chegirma 0; to‘lov 999 999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200000, -5, 300000,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Ogohlantirish; 2 ta; to‘lov 500 000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ta; to‘lov 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Maxsus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LOYIHANI YAKUNLASH VA YECHIMNI HIMOYA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loyihani yakunlash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Kerakli jihozlar: kompyuter, loyiha fayli va test jadvali. Xavfsizlik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tartib: dasturni o‘z papkangizga familiya_loyiha.py nomi bilan saqlang,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himoyadan oldin nusxasini fleshka yoki bulutli xotirada saqlab qo‘ying.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LOYIHANI YAKUNLASH VA YECHIMNI HIMOYA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tuzilmasi (5 daqiqa)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Masala sharti va uning hayotiy ahamiyati (30 soniya).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Tahlil jadvali va blok-sxema (1 daqiqa).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Dastur kodining asosiy qismlari: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qaysi operator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tanlangan (1,5 daqiqa).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Dasturni jonli ishga tushirish: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oddiy va chegaraviy qiymatlar (1,5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daqiqa).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xatolarga duch kelingani va ular qanday tuzatilgani (30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soniya).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LOYIHANI YAKUNLASH VA YECHIMNI HIMOYA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Himoyada beriladigan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for emas, while sikli tanlandi?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Agar foydalanuvchi son o‘rniga harf kiritsa, nima bo‘ladi?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Chegaraviy qiymat sifatida qaysi sonlarni tanladingiz va nima uchun?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Dasturni qanday yaxshilash mumkin?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LOYIHANI YAKUNLASH VA YECHIMNI HIMOYA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 mezonlari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894054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Baho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(a’lo)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Loyiha to‘liq mustaqil bajarilgan, istisno holatlar hisobga olingan…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(yaxshi)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to‘g‘ri ishlaydi, test jadvali to‘liq, savollarga asosan javob…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(qoniqarli)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oddiy holatlarda ishlaydi, o‘qituvchi yordamida yakunlangan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(qoniqarsiz)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ishlamaydi yoki mustaqil bajarilmagan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Mustaqil loyiha qanday 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Kassa dasturida continue operatori qanday vazifani bajaradi?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999999 va 1000000 qiymatlari chegaraviy test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hisoblanadi?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Himoyada dasturni jonli ishga tushirish nima uchun muhim?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 loyihangizni qanday yaxshilash mumkin?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30-mavzu. Oddiy masalani mustaqil dasturlash va yechimini himoya qilish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