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While takrorlash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operatori bilan ishlash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While siklining ishlash prinsipi va cheksiz sikl xavfi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Break va continue operatorlari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raqamlar yig‘indisi va parolni tekshirish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dasturlari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while siklining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ishlash prinsipi, cheksiz sikldan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saqlanish, break va continue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operatorlaridan foydalanish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hamda takrorlar soni noma’lum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bo‘lgan masalalarni dasturlash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bo‘yicha amaliy ko‘nikmalar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takrorlar soni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oldindan noma’lum bo‘lgan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masalalar uchun while siklini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tuzadi, break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continue dan o‘rinli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foydalanadi, cheksiz siklni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aniqlab to‘xtata oladi.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WHILE SIKLINING ISHLASH PRINSIPI VA CHEKSIZ SIKL XAVFI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while qanday ishlaydi?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while sikli quyidagi tartibda ishlaydi: 1) shart tekshiriladi; 2) shart rost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(True) bo‘lsa, tana bajariladi va yana 1-qadamga qaytiladi; 3) shart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yolg‘on (False) bo‘lsa, sikl tugaydi va undan keyingi qator bajariladi.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WHILE SIKLINING ISHLASH PRINSIPI VA CHEKSIZ SIKL XAVFI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omonat necha yilda ikki baravar bo‘ladi?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Bu masalada takrorlar soni oldindan noma’lum — aynan shunday hollarda while qulay. Kuzatuv: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1-yil 1 200 000, 2-yil 1 440 000, 3-yil 1 728 000, 4-yil 2 073 600 — shart yolg‘on bo‘ladi.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1923"/>
                <a:gridCol w="570673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= 1000000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Boshlang‘ich omonat,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yil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Yillar hisoblagichi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summa &lt; 2000000: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baravar bo‘lmaguncha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= summa * 1.2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Yillik 20 % o‘sish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yil +=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yil o‘tdi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WHILE SIKLINING ISHLASH PRINSIPI VA CHEKSIZ SIKL XAVFI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Cheksiz sikl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Agar sikl ichida shartga ta’sir qiluvchi o‘zgaruvchi o‘zgarmasa, shart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doim rost qoladi va dastur to‘xtamaydi. Bunday holatda Ctrl + C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tugmalarini bosing (IDLE va terminalda KeyboardInterrupt xabari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chiqadi) yoki Thonny muhitida «Stop» tugmasidan foydalaning.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BREAK VA CONTINUE OPERATORLARI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break va continue operatorlari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break: </a:t>
            </a:r>
            <a:r>
              <a:rPr sz="2600" b="0">
                <a:solidFill>
                  <a:srgbClr val="1B2A4A"/>
                </a:solidFill>
                <a:latin typeface="Segoe UI"/>
              </a:rPr>
              <a:t>siklni darhol to‘liq to‘xtatadi; boshqaruv sikldan keyingi qatorga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o‘tadi.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continue: </a:t>
            </a:r>
            <a:r>
              <a:rPr sz="2600" b="0">
                <a:solidFill>
                  <a:srgbClr val="1B2A4A"/>
                </a:solidFill>
                <a:latin typeface="Segoe UI"/>
              </a:rPr>
              <a:t>joriy iteratsiyaning qolgan qismini tashlab, keyingi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iteratsiyaga (shart tekshiruviga) o‘tadi.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BREAK VA CONTINUE OPERATORLARI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3 ga karrali sonlarni tashlab o‘tish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Diqqat: agar i += 1 qatori continue dan keyin yozilsa, i = 3 bo‘lganda hisoblagich oshmay qoladi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va cheksiz sikl hosil bo‘ladi.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121"/>
                <a:gridCol w="778353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Boshlang‘ich qiymat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i &lt; 10: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= 1 … 10 bo‘lguncha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+=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oshiramiz — continue dan oldin!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i % 3 ==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ga bo‘linsa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continue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 bajarilmaydi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BREAK VA CONTINUE OPERATORLARI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foydalanuvchi to‘xtatguncha so‘rash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while True: javob = input(...) ko‘rinishidagi sikl foydalanuvchi «stop»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yozguncha davom etadi; sikl ichidagi if javob == "stop": break sharti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undan chiqish yo‘lini beradi.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RAQAMLAR YIG‘INDISI VA PAROLNI TEKSHIRISH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 1: son raqamlari yig‘indisi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kompyuter. Xavfsizlik: cheksiz sikl protsessorni to‘liq band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qiladi — dastur javob bermasa, darhol to‘xtating va kodni tekshiring.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413"/>
                <a:gridCol w="589024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4725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Raqamlar yig‘indisi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n &gt; 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Raqam qolguncha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n % 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Oxirgi raqamni qo‘shish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//= 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Oxirgi raqamni olib tashlash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RAQAMLAR YIG‘INDISI VA PAROLNI TEKSHIRISH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 2: parolni 3 marta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0813"/>
                <a:gridCol w="558784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urinish = 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Ruxsat etilgan urinishlar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urinish &gt;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Urinish qolgan ekan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input("Parol: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Parolni so‘rash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p == "python2026":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bo‘lsa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print("Xush kelibsiz!")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Salomlashish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RAQAMLAR YIG‘INDISI VA PAROLNI TEKSHIRISH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3000"/>
                <a:gridCol w="2714479"/>
                <a:gridCol w="504117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//= 10 unutilgan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Cheksiz sikl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Raqamni olib tashlash qatorini qo‘shish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n &gt;=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0 da cheksiz sikl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n &gt;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break if dan tashqarida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Sikl 1 marta ishlaydi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break ni if ichiga surish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while siklida shart qachon tekshiriladi?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holatda while sikli bir marta ham bajarilmaydi?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break va continue operatorlarining farqi nimada?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Cheksiz sikl qanday paydo bo‘ladi va uni qanday to‘xtatish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Sonning oxirgi raqamini qaysi amal yordamida olish mumkin?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18-mavzu. While takrorlash operatori bilan ishlash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