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if shart operatori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yordamida dastur tuzish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If operatorining yozilish qoidasi va bir tarmoqli shart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Shart ifodalarini tuzish va ketma-ket mustaqil if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operatorlari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«internet tezligi nazorati» va «ikki sondan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kattasi» dasturlari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if shart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operatorining tuzilishi, shart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ifodalarini to‘g‘ri tuzish va bir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tarmoqli shartli dasturlarni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yozish, sinash hamda tipik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xatolarni tuzatish bo‘yicha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amaliy 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taqqoslash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mantiqiy operatorlar asosida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shart tuzadi, if operatori bilan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bir tarmoqli dastur yozadi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uni turli kirish qiymatlarida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sinab ko‘radi.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IF OPERATORINING YOZILISH QOIDASI VA BIR TARMOQLI SHART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if operatori nima uchun kerak?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Hozirgacha yozgan dasturlarimiz chiziqli edi: buyruqlar yuqoridan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pastga birin-ketin bajarilardi. Hayotda esa ko‘p harakat shartga bog‘liq: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«Agar diskda joy kam bo‘lsa — ogohlantirish chiqar», «Agar harorat 37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darajadan yuqori bo‘lsa — shifokorga yubor».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IF OPERATORINING YOZILISH QOIDASI VA BIR TARMOQLI SHART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Yozilish qoidasi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Agar t = 36.6 bo‘lsa, ekranda faqat «Tekshiruv tugadi» yozuvi chiqadi. Demak, bitta dasturni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kamida ikki xil qiymat bilan sinash kerak: shart bajariladigan va bajarilmaydigan.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5262"/>
                <a:gridCol w="465339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 = 38.2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Bemorning harorati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t &gt; 37: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Shart: 38.2 &gt; 37 → 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print("Isitma bor, shifokorga murojaat qiling")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 rost bo‘lgani uchun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print("Tekshiruv tugadi")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dan tashqarida — har doim chiqadi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IF OPERATORINING YOZILISH QOIDASI VA BIR TARMOQLI SHART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Blok-sxemadagi ko‘rinishi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Blok-sxemada if romb (shart bloki) bilan tasvirlanadi. Rombdan «Ha»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yo‘li if tanasiga olib boradi, «Yo‘q» yo‘li esa tanani aylanib o‘tadi. Ikkala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yo‘l keyingi umumiy buyruqda qo‘shiladi. Shuning uchun bunday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tuzilma bir tarmoqli (to‘liqsiz) shart deb ataladi.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SHART IFODALARINI TUZISH VA KETMA-KET MUSTAQIL IF OPERATORLARI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Shart ifodasini tuzish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Shart — natijasi True yoki False bo‘ladigan ifoda. U taqqoslash operatorlari (==,!=, &gt;, =, &lt;=)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mantiqiy operatorlar (and, or, not) yordamida tuziladi. Python oraliqni matematikadagidek qisqa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yozishga ham imkon beradi: 14 &lt;= yosh &lt;= 18.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9397"/>
                <a:gridCol w="2959629"/>
                <a:gridCol w="295962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Masala sharti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Python ifodasi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 natijasi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Son manfiy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&lt;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 -7 → 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Son juft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% 2 ==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12 → 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Summa 500 000 dan kam emas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summa &gt;= 500000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600 000 → 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 14 dan 18 gacha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14 &lt;= yosh &lt;= 18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 = 16 → 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Login bo‘sh emas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login!= ""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"admin" → 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SHART IFODALARINI TUZISH VA KETMA-KET MUSTAQIL IF OPERATORLARI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Shart bajarilganda qiymatni o‘zgartirish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if tanasida faqat xabar chiqarish emas, o‘zgaruvchi qiymatini o‘zgartirish ham mumkin.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summa = 600000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Xarid summasi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summa &gt;= 500000: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600000 &gt;= 500000 → 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summa = summa * 0.9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10 % chegirma qo‘llandi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print("To‘lov:", summa)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To‘lov: 540000.0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SHART IFODALARINI TUZISH VA KETMA-KET MUSTAQIL IF OPERATORLARI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Ketma-ket mustaqil if operatorlari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5189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Bir nechta if ketma-ket yozilsa, ularning har biri alohida tekshiriladi.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«INTERNET TEZLIGI NAZORATI» VA «IKKI SONDAN KATTASI»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«Internet tezligi nazorati»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628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35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3A4560"/>
                </a:solidFill>
                <a:latin typeface="Segoe UI"/>
              </a:rPr>
              <a:t>Kerakli jihozlar: Python 3 o‘rnatilgan kompyuter, IDLE yoki Thonny muhiti, daftar.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Xavfsizlik: ish joyida suyuqlik saqlamang, kabellarni tortmang, ko‘zni har 15–20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daqiqada dam oldiring.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04638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3598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Yangi fayl yarating va uni tezlik.py nomi bilan saqlang.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53406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2366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Tezlikni so‘rang: </a:t>
            </a:r>
            <a:r>
              <a:rPr sz="2100" b="0">
                <a:solidFill>
                  <a:srgbClr val="1B2A4A"/>
                </a:solidFill>
                <a:latin typeface="Segoe UI"/>
              </a:rPr>
              <a:t>tezlik = float(input("Tezlik (Mbit/s): ")).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2174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1134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Uchta mustaqil if yozing: </a:t>
            </a:r>
            <a:r>
              <a:rPr sz="2100" b="0">
                <a:solidFill>
                  <a:srgbClr val="1B2A4A"/>
                </a:solidFill>
                <a:latin typeface="Segoe UI"/>
              </a:rPr>
              <a:t>tezlik = 100 bo‘lsa «A’lo tezlik».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0942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9902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Dasturni 5, 50, 100 va 120 qiymatlari bilan sinab, har biri uchun faqat bitta xabar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chiqishini tekshiring.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3848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228082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Ikkinchi dastur: </a:t>
            </a:r>
            <a:r>
              <a:rPr sz="2100" b="0">
                <a:solidFill>
                  <a:srgbClr val="1B2A4A"/>
                </a:solidFill>
                <a:latin typeface="Segoe UI"/>
              </a:rPr>
              <a:t>ikki son kiritilsin; katta = a deb oling va if b &gt; katta: katta = b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yordamida kattasini chiqaring (7 va 12 → 12).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«INTERNET TEZLIGI NAZORATI» VA «IKKI SONDAN KATTASI»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Chegaraviy qiymatlarga alohida e’tibor bering: 10 va 100 sonlari ikki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shartning chegarasida turadi. Agar 100 kiritilganda ikkita xabar chiqsa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yoki birorta ham chiqmasa, shartlarda &lt; va &lt;= belgilari noto‘g‘ri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tanlangan.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«INTERNET TEZLIGI NAZORATI» VA «IKKI SONDAN KATTASI»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202"/>
                <a:gridCol w="5694440"/>
                <a:gridCol w="297101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Python xabari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t &gt; 37 (ikki nuqtasiz)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SyntaxError: expected ':'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Sarlavha oxiriga: qo‘yish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x = 5: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SyntaxError: invalid syntax. Maybe you meant '==' or ':=' instead of…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Taqqoslash uchun == yozish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Tana surilmagan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IndentationError: expected an indented block after 'if' statement on…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Tanani 4 bo‘shliq surish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 input() va if x &gt; 3: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TypeError: '&gt;' not supported between instances of 'str' and 'int'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int(input()) bilan songa aylantirish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if operatorining sarlavhasi qanday tuziladi va nima bilan tugaydi?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Shart yolg‘on bo‘lganda if tanasidagi buyruqlar bilan nima sodir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 qaysi qatordan boshlab if blokidan tashqarida hisoblanadi?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dasturni shart bajariladigan va bajarilmaydigan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qiymatlar bilan sinash kerak?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Ketma-ket yozilgan bir nechta mustaqil if qanday ishlaydi?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14-mavzu. if shart operatori yordamida dastur tuzish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