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Takrorlash operatorlari: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for va while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Takrorlash (sikl) tushunchasi va uning dasturdagi o‘rni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For va while operatorlarining tuzilishi va farqlari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bitta masalani for va while yordamida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yechish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takrorlash (sikl)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tushunchasi, Python tilidagi for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while operatorlarining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tuzilishi va ularni tanlash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mezonlari bo‘yicha bilim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dastlabki amaliy ko‘nikmalar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takrorlanuvchi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jarayonni aniqlaydi, oddiy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masalani for va while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operatorlari yordamida ikki xil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usulda dasturlay oladi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ularning farqini tushuntiradi.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TAKRORLASH (SIKL) TUSHUNCHASI VA UNING DASTURDAGI O‘RNI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Nega takrorlash kerak?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Tasavvur qiling: ekranga 1 dan 100 gacha sonlarni chiqarish kerak.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Buning uchun 100 ta print() yozish mumkin, lekin bu noqulay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xatoga moyil.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Hayotda ham takrorlanuvchi jarayonlar ko‘p: IT-servis markazida har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bir kompyuterni navbat bilan antivirus bilan tekshirish, jurnalda har bir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o‘quvchining bahosini…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TAKRORLASH (SIKL) TUSHUNCHASI VA UNING DASTURDAGI O‘RNI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tushunchalar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Sikl tanasi: </a:t>
            </a:r>
            <a:r>
              <a:rPr sz="2600" b="0">
                <a:solidFill>
                  <a:srgbClr val="1B2A4A"/>
                </a:solidFill>
                <a:latin typeface="Segoe UI"/>
              </a:rPr>
              <a:t>takror bajariladigan buyruqlar; Python’da ular sikl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sarlavhasidan keyin 4 ta bo‘shliq bilan surib yoziladi.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Iteratsiya: </a:t>
            </a:r>
            <a:r>
              <a:rPr sz="2600" b="0">
                <a:solidFill>
                  <a:srgbClr val="1B2A4A"/>
                </a:solidFill>
                <a:latin typeface="Segoe UI"/>
              </a:rPr>
              <a:t>sikl tanasining bir marta bajarilishi.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Hisoblagich: </a:t>
            </a:r>
            <a:r>
              <a:rPr sz="2600" b="0">
                <a:solidFill>
                  <a:srgbClr val="1B2A4A"/>
                </a:solidFill>
                <a:latin typeface="Segoe UI"/>
              </a:rPr>
              <a:t>har iteratsiyada qiymati o‘zgaradigan o‘zgaruvchi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(odatda i).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Sikl sharti: </a:t>
            </a:r>
            <a:r>
              <a:rPr sz="2600" b="0">
                <a:solidFill>
                  <a:srgbClr val="1B2A4A"/>
                </a:solidFill>
                <a:latin typeface="Segoe UI"/>
              </a:rPr>
              <a:t>sikl davom etadimi yoki to‘xtaydimi — shuni hal qiluvchi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mantiqiy ifoda.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TAKRORLASH (SIKL) TUSHUNCHASI VA UNING DASTURDAGI O‘RNI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Python’dagi ikki xil sikl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Ikkala operator sarlavhasi ham ikki nuqta (:) bilan tugaydi, tana esa bir xil chekinish bilan yoziladi.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Chekinish tugagan qator sikldan tashqarida hisoblanadi va sikl tugagandan keyin bir marta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bajariladi.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1453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033"/>
                <a:gridCol w="2401937"/>
                <a:gridCol w="704568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Operator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Qachon qulay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Parametrli sikl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Takrorlar soni oldindan ma’lum bo‘lsa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Shartli sikl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Takrorlar soni noma’lum, shart bajarilguncha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FOR VA WHILE OPERATORLARINING TUZILISHI VA FARQLARI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for operatori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for operatori ketma-ketlikdagi har bir qiymatni navbat bilan o‘zgaruvchiga beradi. Sonlar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ketma-ketligini range() funksiyasi hosil qiladi: range(5) — 0, 1, 2, 3, 4 sonlari (5 kirmaydi).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1453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012"/>
                <a:gridCol w="775764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i in range(5):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navbat bilan 0, 1, 2, 3, 4 qiymatlarini oladi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print("Salom", i)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«Salom 0» … «Salom 4» — jami 5 qator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FOR VA WHILE OPERATORLARINING TUZILISHI VA FARQLARI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while operatori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while operatori shart rost (True) bo‘lib turguncha tanani takrorlaydi. Shart har iteratsiyadan oldin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tekshiriladi. Hisoblagichni o‘zgartirish dasturchining zimmasida: uni unutsangiz, sikl hech qachon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tugamaydi.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377"/>
                <a:gridCol w="788227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=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Hisoblagichning boshlang‘ich qiymati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i &lt;= 5: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≤ 5 ekan, sikl davom etadi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1, 2, 3, 4, 5 sonlari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+= 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Hisoblagich 1 ga oshadi (i = i + 1)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FOR VA WHILE OPERATORLARINING TUZILISHI VA FARQLARI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for va while taqqoslash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5330"/>
                <a:gridCol w="3746514"/>
                <a:gridCol w="391681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for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while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Hisoblagich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Avtomatik o‘zgaradi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Qo‘lda o‘zgartiriladi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To‘xtash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Ketma-ketlik tugaganda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 yolg‘on bo‘lganda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Cheksiz sikl xavfi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Deyarli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Bor (shart o‘zgarmasa)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BITTA MASALANI FOR VA WHILE YORDAMIDA YECHISH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1 dan n gacha sonlar yig‘indisi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kompyuter, IDLE yoki Thonny muhiti. Xavfsizlik: ish joyida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suyuqlik saqlamang, har 15–20 daqiqada ko‘zni dam oldiring.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6731"/>
                <a:gridCol w="502192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for bilan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while bilan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int(input("n =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int(input("n =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0; i = 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i in range(1, n + 1):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i &lt;= n: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+= 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+= i; i += 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print("Yig‘indi:", s)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print("Yig‘indi:", s)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BITTA MASALANI FOR VA WHILE YORDAMIDA YECHISH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5330"/>
                <a:gridCol w="3831662"/>
                <a:gridCol w="383166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range(1, n) yozilgan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5 da 10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range(1, n + 1)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+= 1 unutilgan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to‘xtamaydi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Hisoblagichni oshirish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 sikl ichida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oxirgi son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 ni sikldan oldinga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Ikki nuqta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SyntaxError: expected ':'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Sarlavha oxiriga: qo‘yish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Sikl nima va u dasturlashda nima uchun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for va while operatorlarining asosiy farqi nimada?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range(5) qanday sonlar ketma-ketligini hosil qiladi?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while siklida hisoblagich o‘zgartirilmasa nima bo‘ladi?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Sikl tanasi qanday belgilanadi?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16-mavzu. Takrorlash operatorlari: for va while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