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Dasturlardagi mantiqiy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xatolar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Mantiqiy xatolarning asosiy turlari va ularning belgilari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Hisoblash, shart va sikllardagi tipik mantiqiy xatolar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xatoli dasturni tahlil qilish va to‘g‘rilash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dasturlarda eng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ko‘p uchraydigan mantiqiy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xatolar turlarini tanish, ularning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belgilarini natijadan aniqlash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xatoli kodni to‘g‘rilash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bo‘yicha amaliy ko‘nikmalar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dastur natijasidagi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g‘ayrioddiy belgilarga qarab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mantiqiy xato turini taxmin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qiladi, xato satrni topadi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turli kirish qiymatlari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tuzatilgan dasturni sinaydi.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MANTIQIY XATOLARNING ASOSIY TURLARI VA ULARNING BELGILARI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xato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Mantiqiy xato — dastur sintaktik jihatdan to‘g‘ri yozilgan, ishga tushadi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hech qanday xato xabari chiqarmaydi, lekin natija noto‘g‘ri bo‘ladi.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MANTIQIY XATOLARNING ASOSIY TURLARI VA ULARNING BELGILARI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Uch xil xatoni solishtirish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239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81"/>
                <a:gridCol w="2804080"/>
                <a:gridCol w="3535579"/>
                <a:gridCol w="231641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 turi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Qachon seziladi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Sintaktik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ishga tushmasdan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 xabari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print("Salom"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Ishlash vaqtidagi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Bajarish paytida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ValueError, ZeroDivisionError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int("abc")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Mantiqiy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Natijani tekshirganda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Xabar yo‘q, javob 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ortacha = a + b /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MANTIQIY XATOLARNING ASOSIY TURLARI VA ULARNING BELGILARI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xatolarning asosiy guruhlari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132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Xatoni natijaning o‘zi «sotib qo‘yadi»: javob har doim 0 chiqsa — ko‘paytma 0 dan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boshlangan; javob bittaga kam bo‘lsa — chegara xatosi; sonlar yopishib chiqsa — tur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xatosi; dastur to‘xtamasa — cheksiz sikl.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8898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86456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Formula xatosi: </a:t>
            </a:r>
            <a:r>
              <a:rPr sz="2000" b="0">
                <a:solidFill>
                  <a:srgbClr val="1B2A4A"/>
                </a:solidFill>
                <a:latin typeface="Segoe UI"/>
              </a:rPr>
              <a:t>amallar tartibi hisobga olinmagan yoki / o‘rniga // ishlatilgan.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6040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57880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Chegara xatosi: </a:t>
            </a:r>
            <a:r>
              <a:rPr sz="2000" b="0">
                <a:solidFill>
                  <a:srgbClr val="1B2A4A"/>
                </a:solidFill>
                <a:latin typeface="Segoe UI"/>
              </a:rPr>
              <a:t>range(1, n) da n ning o‘zi kirmay qoladi, &gt;= o‘rniga &gt; yozilgan.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3183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29304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Boshlang‘ich qiymat xatosi: </a:t>
            </a:r>
            <a:r>
              <a:rPr sz="2000" b="0">
                <a:solidFill>
                  <a:srgbClr val="1B2A4A"/>
                </a:solidFill>
                <a:latin typeface="Segoe UI"/>
              </a:rPr>
              <a:t>yig‘indi 1 dan, ko‘paytma 0 dan boshlangan.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0325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00728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Shart xatosi: </a:t>
            </a:r>
            <a:r>
              <a:rPr sz="2000" b="0">
                <a:solidFill>
                  <a:srgbClr val="1B2A4A"/>
                </a:solidFill>
                <a:latin typeface="Segoe UI"/>
              </a:rPr>
              <a:t>and va or adashtirilgan, if-elif shartlari noto‘g‘ri tartibda.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87468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772152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Tur xatosi: </a:t>
            </a:r>
            <a:r>
              <a:rPr sz="2000" b="0">
                <a:solidFill>
                  <a:srgbClr val="1B2A4A"/>
                </a:solidFill>
                <a:latin typeface="Segoe UI"/>
              </a:rPr>
              <a:t>input() natijasi int() ga aylantirilmagan, «2» + «3» = «23».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34610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243576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Chekinish xatosi: </a:t>
            </a:r>
            <a:r>
              <a:rPr sz="2000" b="0">
                <a:solidFill>
                  <a:srgbClr val="1B2A4A"/>
                </a:solidFill>
                <a:latin typeface="Segoe UI"/>
              </a:rPr>
              <a:t>buyruq sikl ichida qolishi kerak edi, lekin tashqariga chiqib qolgan (yoki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aksincha).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HISOBLASH, SHART VA SIKLLARDAGI TIPIK MANTIQIY XATOLAR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Hisoblashdagi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120"/>
                <a:gridCol w="1959145"/>
                <a:gridCol w="4478047"/>
                <a:gridCol w="74634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Xatoli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print(a + b / 2) # a=4, b=6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print((a + b) / 2)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= 130 / 60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2.1666666666666665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= 130 // 60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input(); b = input(); print(a + b)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23 (2 va 3 kiritilsa)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int(input()); b = int(input()); print(a + b)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 = 200000 * 15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3000000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 = 200000 * 15 / 100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30000.0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HISOBLASH, SHART VA SIKLLARDAGI TIPIK MANTIQIY XATOLAR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Shartlardagi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Ko‘p uchraydigan xato — so‘z bilan aytilgan shartni noto‘g‘ri mantiqiy amalga o‘girish. «Yosh 16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dan 18 gacha» degan shart ikkala qism ham rost bo‘lishini talab qiladi, ya’ni and kerak. Agar or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yozilsa, istalgan son shartdan o‘tadi.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304"/>
                <a:gridCol w="3460856"/>
                <a:gridCol w="334549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Xatoli shart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Muammo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shart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&gt;= 16 or yosh &lt;= 18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doim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16 &lt;= yosh &lt;= 18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== 5 or 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 har doim rost deb qaraladi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== 5 or x == 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ball &gt; 86: (a’lo)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86 ball a’loga kirmay qoladi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ball &gt;= 86: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ball &gt;= 56, keyin ball &gt;= 71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90 ball ham «3» bo‘lib chiqadi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Kattasidan boshlab tekshirish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HISOBLASH, SHART VA SIKLLARDAGI TIPIK MANTIQIY XATOLAR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Sikllardagi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4303"/>
                <a:gridCol w="2829535"/>
                <a:gridCol w="365481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… 10 yig‘indisi uchun range(1, 10)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11) → 55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 sikl ichida yozilgan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oxirgi son 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 ni sikldan oldin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Ko‘paytma uchun p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doim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i &lt;= 5: tanasida i += 1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Cheksiz sikl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+= 1 qo‘shish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print(s) sikl ichida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Oraliq natijalar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print(s) ni chekinishsiz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XATOLI DASTURNI TAHLIL QILISH VA TO‘G‘RILASH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«Xatoni top va tuzat»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xatoli kod kartochkasi. Xavfsizlik: cheksiz siklga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tushgan dasturni IDLE da Ctrl + C, Thonny da «Stop» tugmasi bilan to‘xtating.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1561"/>
                <a:gridCol w="648709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1-xato: yig‘indi 0 dan boshlanishi kerak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range(1, 5):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2-xato: faqat 4 ta baho so‘raladi, range(1, 6) kerak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 = int(input(str(i) + "-baho: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ortacha = s //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3-xato: // kasr qismini tashlaydi, / kerak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XATOLI DASTURNI TAHLIL QILISH VA TO‘G‘RILASH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Belgi bo‘yicha xatoni taxmin qilish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4488"/>
                <a:gridCol w="4023245"/>
                <a:gridCol w="362092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Natijadagi belgi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Ehtimoliy sabab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Nimani tekshirish kerak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Javob har doim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Ko‘paytma 0 dan boshlangan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Boshlang‘ich qiymat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Javob bitta qadamga kam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 xatosi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range() va &gt; / &gt;= belgilari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Sonlar yopishib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int() yoki float()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input() satrlari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Kasr qismi yo‘qoladi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// ishlatilgan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Bo‘lish amali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to‘xtamaydi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Sikl o‘zgaruvchisi o‘zgarmaydi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tanasi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Mantiqiy xato sintaktik xatodan nimasi bilan farq qiladi?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interpretator mantiqiy xatoni ko‘rsatmaydi?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«x == 5 or 6» sharti nima uchun har doim rost bo‘ladi?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Javob har doim 0 chiqsa, qanday xatoni taxmin qilasiz?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Chegara xatosi deganda nima tushuniladi? Misol keltiring.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25-mavzu. Dasturlardagi mantiqiy xatolar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