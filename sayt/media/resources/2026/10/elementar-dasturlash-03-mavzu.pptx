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Algoritm bosqichlarini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mantiqiy ketma-ketlikda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ifodalash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Qadamlar tartibining ahamiyati va mantiqiy ketma-ketlik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 turlari: chiziqli, tarmoqlanuvchi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takrorlanuvchi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Psevdokod va bajarilish jadvali (trassirovka) yordamida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algoritmni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qadamlarini to‘g‘ri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joylashtirish,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farqlash va algoritmni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bajarilish jadvali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 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Algoritm qadamlarini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joylashtiradilar,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chiziqli, tarmoqlanuvchi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takrorlanuvchi algoritmlarni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 hamda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algoritmning bajarilish jadvalini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QADAMLAR TARTIBINING AHAMIYATI VA MANTIQIY KETMA-KETLIK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 uchun tartib muhim?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Algoritmdagi har bir qadam o‘zidan oldingi qadam natijasiga tayanadi.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Agar tartib buzilsa, natija noto‘g‘ri bo‘ladi yoki algoritm umuman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bajarilmaydi. Masalan, «choynakka suv quy» qadamidan oldin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«choynakni o‘choqqa qo‘y» bajarilsa, bo‘sh choynak qiziydi.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QADAMLAR TARTIBINING AHAMIYATI VA MANTIQIY KETMA-KETLIK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ketma-ketlik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Misol: IT-servis markazida kompyuterga Windows o‘rnatish algoritmida «ma’lumotlarni zaxira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nusxalash» qadami «diskni formatlash» qadamidan keyin qo‘yilsa, foydalanuvchi fayllari butunlay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yo‘qoladi.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Noto‘g‘ri tartib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tartib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ni chiqar → S = a · b → a, b ni kirit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ni kirit → S = a · b → S ni chiqar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Diskni formatla → fayllarni zaxiraga 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zaxiraga ol → diskni formatla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Kabelni ula → kompyuterni o‘chir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o‘chir → kabelni ula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Algoritmning asosiy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qanday murakkab algoritm uchta asosiy tuzilma — chiziqli, tarmoqlanuvchi va takrorlanuvchi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qismlardan quriladi. Ularni bilish katta masalani kichik bo‘laklarga ajratishga 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356"/>
                <a:gridCol w="3763035"/>
                <a:gridCol w="2722196"/>
                <a:gridCol w="2562066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Hayotiy 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Blok-sxemadagi belgisi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Chiziqli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Qadamlar birin-ketin, shartsiz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Choy damlash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ketma-ket bloklar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Tarmoqlanuvchi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Shartga qarab ikki yo‘ldan biri tanlanadi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Yomg‘ir yog‘sa, soyabon 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Romb, «ha» va «yo‘q» chiqishlari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Takrorlanuvchi (sikl)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guruh qadamlar bir necha marta takrorlanadi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kompyuterni tekshirib chiq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 orqaga — shartga qaytadi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Bunday algoritmda shart tekshiriladi va natijaga qarab turli qadamlar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bajariladi. Masalan, «Agar printer qog‘ozi tugagan bo‘lsa, qog‘oz sol,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aks holda chop etishni boshla». Shart faqat ikki javobga ega bo‘ladi: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rost (ha) yoki yolg‘on (yo‘q).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Takrorlanuvchi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Bunda bir xil amallar shart bajarilguncha yoki belgilangan marta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takrorlanadi.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PSEVDOKOD VA BAJARILISH JADVALI (TRASSIROVKA) YORDAMIDA ALGORITMNI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Psevdokod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Psevdokod — algoritmni dasturlash tiliga o‘xshash, lekin qat’iy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qoidalarsiz yozish usuli. U blok-sxemadan ixchamroq va dasturga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o‘tkazish oson.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KIRIT a, b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AGAR a &gt; b BO‘LSA: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katta:= a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AKS HOLDA: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katta:= b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402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905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CHIQAR katta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PSEVDOKOD VA BAJARILISH JADVALI (TRASSIROVKA) YORDAMIDA ALGORITMNI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Bajarilish jadvali (trassirovka)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Trassirovka — algoritmni kompyutersiz, qog‘ozda qadamma-qadam bajarib, har bir qadamdan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keyin o‘zgaruvchilar qiymatini yozib borish. Bu usul xatolarni dastur yozilmasdan oldin topishga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553"/>
                <a:gridCol w="4597995"/>
                <a:gridCol w="2043553"/>
                <a:gridCol w="204355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Qadam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Bajariladigan amal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x:=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y:= x + 4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x:= y ·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y:= x − 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CHIQAR x, 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Bog‘liq qadamlar ketma-ket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B qadam A natijasidan foydalansa, 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albatta B dan oldin turadi.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Mustaqil qadamlar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bir-biriga bog‘liq bo‘lmagan qadamlar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(masalan, ikki sonni kiritish) o‘rnini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almashtirsa ham natija o‘zgarmaydi.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Trassirovka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Algoritmni kompyutersiz, qog‘ozda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qadamma-qadam bajarib, har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qadamdan keyin o‘zgaruvchilar qiymatini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yozib borish.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 qadamlari tartibi buzilsa, qanday oqibatlar kelib chiqishi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Chiziqli, tarmoqlanuvchi va takrorlanuvchi algoritmlarning farqini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Takrorlanuvchi algoritmda to‘xtash sharti nima uchun zarur?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Psevdokod blok-sxemadan qanday afzalliklarga ega?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Bajarilish jadvali (trassirovka) qanday tuziladi va nima uchun 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Algoritm bosqichlarini mantiqiy ketma-ketlikda ifodalash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