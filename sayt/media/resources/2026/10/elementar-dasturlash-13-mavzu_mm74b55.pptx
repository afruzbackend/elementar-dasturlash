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Shart operatorlari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ulardan 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jarayon va shart operatorining vazifasi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If, if-else va if-elif-else konstruksiyalarining tuzilishi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Ichma-ich shartlar, qisqa shart ifodasi va shart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operatorlarini yozishdagi tipik xatolar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tarmoqlanuvchi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algoritm, Python tilidagi if,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if-else, if-elif-else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operatorlarining tuzilishi,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 tartibi va ulardan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qoidalari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nazariy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Shart operatorlarining turlari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yozilish qoidalarini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tushuntiradilar, berilgan kod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qaysi tarmoq bo‘yicha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bajarilishini oldindan aniqlaydilar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ko‘p tarmoqli hamda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ichma-ich shartlarni tahlil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TARMOQLANUVCHI JARAYON VA SHART OPERATORINING VAZIFASI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jarayon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Hayotda ko‘p harakatlar sharoitga bog‘liq: «Agar yomg‘ir yog‘sa,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soyabon olaman, aks holda olmayman». Dasturlarda ham shunday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 kiritilgan ma’lumotga qarab turli yo‘llardan birini tanlaydi.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Bunday jarayon tarmoqlanuvchi deyiladi.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tarmoqlanish shart operatorlari — if, elif, else kalit so‘zlari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yoziladi.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TARMOQLANUVCHI JARAYON VA SHART OPERATORINING VAZIFASI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Oddiy if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778"/>
                <a:gridCol w="567987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harorat = int(input("Server xonasi harorati: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32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harorat &gt; 30: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Shart; oxirida ikki nuqta (:) majburiy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print("Diqqat! Sovutishni yoqing")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bo‘lsa bajariladi (4 ta bo‘shliq chekinish)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print("Tekshiruv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Chekinishsiz — har doim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IF, IF-ELSE VA IF-ELIF-ELSE KONSTRUKSIYALARINING TUZILISHI VA ISHLASH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operatorining uch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else qismi shart yolg‘on bo‘lganda bajariladi va u o‘z shartiga ega emas. elif (else if qisqartmasi)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oldingi shartlar yolg‘on bo‘lganda navbatdagi shartni tekshiradi.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487"/>
                <a:gridCol w="6198778"/>
                <a:gridCol w="3099389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Konstruksiya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Bajariladigan bloklar soni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bo‘lsagina qo‘shimcha amal bajarish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yoki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variantdan biri tanlanadi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 aniq 1 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if-elif-else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 va undan ortiq variantdan biri tanlanadi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 aniq 1 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IF, IF-ELSE VA IF-ELIF-ELSE KONSTRUKSIYALARINING TUZILISHI VA ISHLASH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Ko‘p tarmoqli shart: ballni bahoga aylantirish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Misol uchun quyidagi shkala olinadi: 86 va undan yuqori ball — 5, 71–85 — 4, 55–70 — 3,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qolganlari — 2.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2156"/>
                <a:gridCol w="60564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int(input("Ball: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dan 100 gacha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o‘zgaruvchisiga 5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ball &gt;= 71: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ball &lt; 86 bo‘lsa tekshiriladi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=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o‘zgaruvchisiga 4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Ichma-ich shartlar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shart bloki ichida boshqa shart yozilishi mumkin — bu ichma-ich (nested) shart deyiladi. Har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ichki daraja yana 4 ta bo‘shliq bilan suriladi.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8995"/>
                <a:gridCol w="63396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login == "admin":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shart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parol == "Texnikum2026":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shart: faqat login to‘g‘ri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print("Xush kelibsiz!")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Ikkalasi ham 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if ga tegishli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print("Parol noto‘g‘ri")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to‘g‘ri, parol xato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 shart ifodasi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Oddiy ikki variantli tanlovni bitta qatorda yozish mumkin: holat = "juft"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if n % 2 == 0 else "toq". Bu yozuv qiymat qaytaradi va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o‘zgaruvchiga saqlash yoki print() ichida ishlatish mumkin.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81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596"/>
                <a:gridCol w="4291462"/>
                <a:gridCol w="32185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 5: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== 5: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Qator oxiriga: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 chekinishsiz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Blokni 4 ta bo‘shliq bilan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 dan keyin elif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har doim oxirida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shartlari noto‘g‘ri tartibda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xabari yo‘q, natija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Shartlarni tartib bilan joylash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jarayon tarmoqlanuvchi deyiladi? Hayotiy misol keltiring.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if, if-else va if-elif-else konstruksiyalari qanday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bir nechta elif shartidan qaysi birining blokini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Ichma-ich shart qachon and ifodasidan qulayroq?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 x = 5: qatori nima uchun xato beradi va uni qanday tuzatish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Shart operatorlari va ulardan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