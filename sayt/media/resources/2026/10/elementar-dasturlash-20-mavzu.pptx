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13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24508F"/>
                </a:solidFill>
                <a:latin typeface="Georgia"/>
              </a:rPr>
              <a:t>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ELEMENTAR DASTURLASH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Shart va takrorlash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operatorlarini birgalikda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qo‘llash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20-MAVZU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Sikl ichida shart tekshirish: filtrlash va sanash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Eng katta qiymatni topish va tub sonni aniqlash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algoritmlari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mashq: menyuli kalkulyator dasturini tuzish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20-MAVZU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sikl ichida shart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operatorlaridan foydalanish,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ma’lumotlarni filtrlash, eng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katta qiymatni topish, tub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sonni aniqlash va menyuli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dasturlar tuzish bo‘yicha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amaliy ko‘nikmalar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for va while sikllari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ichida if-elif-else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konstruksiyasini to‘g‘ri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joylashtiradi va filtrlash,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qidirish hamda menyu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asosidagi dasturlarni mustaqil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yozadi.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SIKL ICHIDA SHART TEKSHIRISH: FILTRLASH VA SANASH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Sikl ichidagi shart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Ko‘p masalalarda ketma-ketlikdagi har bir element emas, faqat ma’lum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shartga mos keladiganlari kerak bo‘ladi. Buning uchun sikl tanasiga if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operatori joylashtiriladi.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SIKL ICHIDA SHART TEKSHIRISH: FILTRLASH VA SANASH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Misol: 3 ga karrali sonlar soni va yig‘indisi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45120"/>
                <a:gridCol w="5483534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Izoh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 = 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Sanoq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 = 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Yig‘indi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for i in range(1, 21):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 dan 20 gacha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i % 3 == 0: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 ga qoldiqsiz bo‘linsa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 += 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Sanoqni oshirish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SIKL ICHIDA SHART TEKSHIRISH: FILTRLASH VA SANASH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Misol: «Tarmoq — Server» o‘yini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1 dan 15 gacha sonlar chiqariladi: 3 ga bo‘linsa «Tarmoq», 5 ga bo‘linsa «Server», ikkalasiga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bo‘linsa «IT-servis» so‘zi yoziladi.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13826"/>
                <a:gridCol w="4214828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Izoh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for i in range(1, 16):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 … 15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i % 15 == 0: print("IT-servis")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Eng tor shart birinchi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elif i % 3 == 0: print("Tarmoq")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3, 6, 9, 12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elif i % 5 == 0: print("Server")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5, 10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else: print(i)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Qolgan sonlar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ENG KATTA QIYMATNI TOPISH VA TUB SONNI ANIQLASH ALGORITMLARI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Eng katta qiymatni topish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Algoritm g‘oyasi: birinchi sonni «hozircha eng katta» deb olamiz, so‘ng har bir yangi sonni u bilan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solishtiramiz va kattaroq bo‘lsa, almashtiramiz.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32885"/>
                <a:gridCol w="3195769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Izoh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 = int(input("Nechta son? "))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Masalan, 4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eng_katta = int(input("1-son: "))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Birinchi son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for i in range(2, n + 1):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Qolgan sonlar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 = int(input(str(i) + "-son: "))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Navbatdagi son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x &gt; eng_katta: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Kattaroqmi?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ENG KATTA QIYMATNI TOPISH VA TUB SONNI ANIQLASH ALGORITMLARI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Tub sonni aniqlash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Tub son — faqat 1 ga va o‘ziga bo‘linadigan, 1 dan katta natural son. Dastur 2 dan n - 1 gacha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bo‘luvchi qidiradi; topilsa, break bilan to‘xtaydi.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5366"/>
                <a:gridCol w="5983288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Izoh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 = int(input("Son: "))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Masalan, 29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tub = n &gt; 1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 va undan kichiklar tub emas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for d in range(2, n):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Mumkin bo‘lgan bo‘luvchilar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n % d == 0: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Bo‘luvchi topildi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tub = False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Tub emas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AMALIY MASHQ: MENYULI KALKULYATOR DASTURINI TUZISH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Amaliy mashq: menyuli kalkulyator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Kerakli jihozlar: Python 3 o‘rnatilgan kompyuter. Xavfsizlik: while True siklida albatta chiqish yo‘li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(break) bo‘lishini tekshiring, aks holda dasturni Ctrl + C bilan to‘xtatishga to‘g‘ri keladi.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7774"/>
                <a:gridCol w="4190880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Izoh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while True: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Menyu qayta-qayta chiqadi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amal = input("Amal (+ - * /) yoki q: ")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Tanlov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amal == "q":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Chiqish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break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 = float(input("a = "))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Birinchi son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AMALIY MASHQ: MENYULI KALKULYATOR DASTURINI TUZISH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Tipik xatolar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AMALIY TOPSHIRIQ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4" cy="1938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5579"/>
                <a:gridCol w="3413663"/>
                <a:gridCol w="3779412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Xato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Oqibat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Tuzatish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if/elif o‘rniga bir nechta if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else noto‘g‘ri ishlaydi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Zanjirni if-elif-else qilish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Chekinish yetarli emas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sikldan tashqarida qoladi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Sikl tanasini 4 bo‘shliq surish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eng_katta = 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Manfiy sonlarda xato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Birinchi sonni olish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20-MAVZU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4389882"/>
          </a:xfrm>
          <a:prstGeom prst="roundRect">
            <a:avLst>
              <a:gd name="adj" fmla="val 1666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4389882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10682313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Tub son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10682313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Faqat 1 ga va o‘ziga bo‘linadigan, 1 dan katta natural son.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20-MAVZU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Sikl ichidagi if operatori qanday chekinish bilan yoziladi?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Eng katta qiymatni topishda nima uchun boshlang‘ich qiymat 0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olinmaydi?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33743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33743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34069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32986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Tub sonni tekshirishda break nima uchun kerak?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9865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9865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0190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9108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if-elif zanjirida shartlar tartibi qachon muhim bo‘ladi?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5986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5986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6311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5229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Menyuli dasturdan qanday chiqiladi?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24508F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20-mavzu. Shart va takrorlash operatorlarini birgalikda qo‘llash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