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Mantiqiy xatolarni topish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tahlil qilish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Mantiqiy xato belgilari va test qiymatlari jadvali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Mantiqiy xatoni topish usullari: trassirovka, nazorat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chiqarishlari va qadamba-qadam sozlash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uchta xatoli dasturni tahlil qilish va tuzatish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(«dasturchi — testchi» rolli o‘yini)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dasturdagi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mantiqiy xatolarni test qiymatlari,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trassirovka jadvali, nazorat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chiqarishlari va qadamba-qadam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sozlash vositalari yordamida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topish, sababini tahlil qilish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tuzatish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 dastur uchun kutilgan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natijali test jadvalini tuzadi,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natijalar mos kelmaganda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trassirovka va nazorat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chiqarishlari orqali xato qatorini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aniqlaydi, uni tuzatib, barcha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testlar bilan qayta tekshiradi.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 BELGILARI VA TEST QIYMATLARI JADVALI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xato qanday namoyon bo‘ladi?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Mantiqiy xatoli dastur hech qanday xabar chiqarmaydi: u ishlaydi,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natija beradi, lekin natija noto‘g‘ri. Ba’zan esa natija bir qiymatlarda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to‘g‘ri, boshqalarida noto‘g‘ri chiqadi — bu eng xavfli holat, chunki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bitta tasodifiy sinov xatoni yashirib qo‘yadi.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 BELGILARI VA TEST QIYMATLARI JADVALI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Test qiymatlari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Dasturni sinashdan oldin daftarga jadval tuziladi: kirish qiymati, qo‘lda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hisoblangan kutilgan natija va dastur bergan haqiqiy natija.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Oddiy qiymatlar: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odatiy holat, masalan, n = 10.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Chegaraviy qiymatlar: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shart o‘zgaradigan nuqtalar — 0, 1, oraliq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chegaralari (86 ball, 37 daraja).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821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9844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Maxsus qiymatlar: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manfiy son, nol, juft va toq, eng katta ruxsat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etilgan qiymat.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 BELGILARI VA TEST QIYMATLARI JADVALI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1 dan n gacha juft sonlar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Dastur: s = 0; for i in range(2, n, 2): s = s + i; print("Yig‘indi:", s).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316"/>
                <a:gridCol w="3576218"/>
                <a:gridCol w="3337803"/>
                <a:gridCol w="190731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Haqiqiy 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Xulosa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2+4+6+8 = 20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2+4+6+8+10 = 30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Mos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Mos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MANTIQIY XATONI TOPISH USULLARI: TRASSIROVKA, NAZORAT CHIQARISHLARI VA QADAMBA-QADAM…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1-usul: trassirovka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Trassirovka — dasturni qog‘ozda, kompyuterdek qadamba-qadam «bajarib», har qadamda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o‘zgaruvchilar qiymatini yozib borish.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330"/>
                <a:gridCol w="2452264"/>
                <a:gridCol w="521106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Qadam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 (amaldan keyin)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MANTIQIY XATONI TOPISH USULLARI: TRASSIROVKA, NAZORAT CHIQARISHLARI VA QADAMBA-QADAM…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2-usul: nazorat chiqarishlari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Sikl ichiga vaqtincha print("i =", i, "s =", s) qatorini qo‘shib, dasturni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ishga tushiring. Ekrandagi oraliq qiymatlar trassirovka jadvalining o‘zi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bo‘ladi. Xato topilgach, nazorat qatorlari albatta o‘chiriladi yoki #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belgisi bilan izohga aylantiriladi.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MANTIQIY XATONI TOPISH USULLARI: TRASSIROVKA, NAZORAT CHIQARISHLARI VA QADAMBA-QADAM…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3-usul: qadamba-qadam sozlash (debugger)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Thonny: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«Debug current script» tugmasi (Ctrl + F5) dasturni sozlash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rejimida boshlaydi; F6 (Step over) bir qadam bajaradi, F7 (Step into)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ifoda ichiga…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IDLE: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Shell oynasida Debug → Debugger yoqiladi, so‘ng dastur F5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ishga tushiriladi va Step tugmasi bilan qadamlab bajariladi.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UCHTA XATOLI DASTURNI TAHLIL QILISH VA TUZATISH («DASTURCHI — TESTCHI»…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«Dasturchi — Testchi» rolli o‘yini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Thonny yoki IDLE o‘rnatilgan kompyuter, uchta xatoli dastur fayli, jadval blankalari.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Xavfsizlik: o‘qituvchi ruxsatisiz tizim sozlamalarini o‘zgartirmang, har 20 daqiqada ko‘zni dam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oldiring.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23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3303"/>
                <a:gridCol w="2875722"/>
                <a:gridCol w="2654512"/>
                <a:gridCol w="276511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Dastur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qator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Juft sonlar yig‘indisi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range(2, n, 2):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10 → 20 (kerak 30)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range(2, n + 1, 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O‘rtacha ball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ortacha = (a + b + c) //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4, 5, 5 → 4 (kerak 4.67)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round((a + b + c) / 3, 2)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Harorat nazorati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t &gt;= 36 or t &lt;= 37: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39 → «Normal»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36 &lt;= t &lt;= 37: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UCHTA XATOLI DASTURNI TAHLIL QILISH VA TUZATISH («DASTURCHI — TESTCHI»…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Tahlil: xato sabablarining tipik guruhlari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947"/>
                <a:gridCol w="3755029"/>
                <a:gridCol w="455967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 guruhi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Qanday topiladi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 xatosi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range(2, n, 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 qiymat testi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operator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/ o‘rniga //, and o‘rniga 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 qiymatlarni qo‘lda hisoblash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Ustuvorlik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+ b /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Trassirovka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Mantiqiy xato sintaktik xatodan nimasi bilan farq qiladi va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 uni topish qiyinroq?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Test qiymatlari jadvalida qanday uch xil qiymat bo‘lishi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Trassirovka jadvali qanday tuziladi?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Nazorat chiqarishlari nima va xato topilgach ular bilan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tuzatilgan dasturni avval to‘g‘ri ishlagan testlar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ham qayta sinash kerak?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24-mavzu. Mantiqiy xatolarni topish va tahlil qilish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