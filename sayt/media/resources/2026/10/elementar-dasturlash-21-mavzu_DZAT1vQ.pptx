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Operatorlar yordamida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oddiy hisoblash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masalalarini yechish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Matematik formulani python ifodasiga aylantirish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qoidalari va math moduli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Hisoblash masalalarini yechish: yuza, vaqt, ma’lumot hajmi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raqamlar bilan ishlash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kvadrat tenglamani yechuvchi dastur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matematik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formulalarni Python ifodalariga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to‘g‘ri o‘tkazish, arifmetik,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taqqoslash va shart operatorlari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hamda math moduli yordamida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hisoblash masalalarini yechish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natijani tekshirish bo‘yicha amaliy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 masala shartidan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kirish ma’lumotlari va formulani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ajratadi, uni operatorlar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ustuvorligini hisobga olib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Python dasturiga aylantiradi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natijani qo‘lda hisoblangan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qiymat bilan solishtiradi.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MATEMATIK FORMULANI PYTHON IFODASIGA AYLANTIRISH QOIDALARI VA MATH MODULI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Masaladan dasturgacha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qanday hisoblash masalasi bir xil bosqichlarda yechiladi: 1) kirish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ma’lumotlari (nima beriladi?), 2) natija (nima topilishi kerak?), 3)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formula (ular qanday bog‘langan?), 4) dastur, 5) tekshiruv.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MATEMATIK FORMULANI PYTHON IFODASIGA AYLANTIRISH QOIDALARI VA MATH MODULI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Matematik yozuv va Python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math moduli ishlatilsa, dastur boshida import math qatori yozilishi shart. Busiz sqrt(16) yozilsa,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NameError: name 'sqrt' is not defined xabari chiqadi.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9443"/>
                <a:gridCol w="2404698"/>
                <a:gridCol w="388451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Matematikada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tilida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 natijasi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x²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**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** 2 → 25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√x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math.sqrt(x)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math.sqrt(16) → 4.0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|x|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abs(x)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abs(-7) → 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π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math.pi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3.141592653589793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bo‘linma va qoldiq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// b, a %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// 2 → 3, 7 % 3 →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MATEMATIK FORMULANI PYTHON IFODASIGA AYLANTIRISH QOIDALARI VA MATH MODULI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Operatorlar ustuvorligi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Darajaga ko‘tarish: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ko‘paytirish, bo‘lish va hatto unar minusdan oldin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bajariladi: -5 ** 2 natijasi -25.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Qavslar: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ustuvorlikni o‘zgartiradi: (-5) ** 2 natijasi 25.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Ko‘paytirish va bo‘lish: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qo‘shish va ayirishdan oldin: 2 + 3 * 4 → 14, (2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+ 3) * 4 → 20.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Kasr chizig‘i: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dasturda qavs bilan almashtiriladi: (a + b) / 2, aks holda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faqat b ikkiga bo‘linadi.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HISOBLASH MASALALARINI YECHISH: YUZA, VAQT, MA’LUMOT HAJMI VA RAQAMLAR BILAN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Keys 1. Uchburchak yuzi (Geron formulasi)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Tomonlari a, b, c bo‘lgan uchburchak uchun yarim perimetr p = (a + b + c) / 2, yuza S = √(p(p −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a)(p − b)(p − c)).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714"/>
                <a:gridCol w="236394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import math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Modulni ulash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b, c = 3, 4,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Tomonlar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(a + b + c) /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6.0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math.sqrt(p * (p - a) * (p - b) * (p - c))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√36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print("Yuza:", s)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Yuza: 6.0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HISOBLASH MASALALARINI YECHISH: YUZA, VAQT, MA’LUMOT HAJMI VA RAQAMLAR BILAN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Keys 2. Soniyalarni soat, daqiqa va soniyaga ajratish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Server ishlagan vaqt soniyalarda berilgan: sek = 3725. Butun bo‘linma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qoldiq yordamida: soat = sek // 3600 → 1; daq = sek % 3600 // 60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→ 2; s = sek % 60 → 5. Natija: «1 soat 2 daqiqa 5 soniya».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HISOBLASH MASALALARINI YECHISH: YUZA, VAQT, MA’LUMOT HAJMI VA RAQAMLAR BILAN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Keys 3. Faylni yuklab olish vaqti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Hajmi 700 MB bo‘lgan faylni 20 Mbit/s tezlikda yuklash vaqti: 1 bayt =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8 bit bo‘lgani uchun t = 700 * 8 / 20 = 280.0 soniya. Uni int(t // 60)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int(t % 60) yordamida «4 daqiqa 40 soniya» ko‘rinishiga keltiramiz.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HISOBLASH MASALALARINI YECHISH: YUZA, VAQT, MA’LUMOT HAJMI VA RAQAMLAR BILAN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Keys 4. Uch xonali son raqamlari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n = 375 uchun: yuzlar n // 100 → 3, o‘nlar n // 10 % 10 → 7, birlar n %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10 → 5; raqamlar yig‘indisi 15. Bu usul raqamlarni ajratishda satrga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aylantirmasdan ishlaydi.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KVADRAT TENGLAMANI YECHUVCHI DASTUR VA NATIJANI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kvadrat tenglama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kalkulyator, daftar. Xavfsizlik: ko‘z bilan ekran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orasidagi masofa 50–70 sm bo‘lsin, ish tugagach dasturni saqlab, muhitni yoping. ax² + bx + c = 0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tenglamasi diskriminant D = b² − 4ac orqali yechiladi.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5079"/>
                <a:gridCol w="397357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 (a=1, b=-5, c=6)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import math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float(input("a = ")); b = float(input("b = "));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Koeffitsiyentlar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 = b ** 2 - 4 * a * 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 = 1.0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D &gt;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ildiz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x1 = (-b + math.sqrt(D)) / (2 * 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x1 = 3.0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KVADRAT TENGLAMANI YECHUVCHI DASTUR VA NATIJANI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5271839"/>
                <a:gridCol w="277465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^ 2 yozilgan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^ 2 → 1 (bu bitli amal)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**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-b + math.sqrt(D) / 2 * 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ildiz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Surat va maxrajni qavsga olish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 &lt; 0 da math.sqrt(D)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ValueError: math domain 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D ni if bilan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int(input()) ga 3.5 kiritildi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ValueError: invalid literal for int() with base 10: '3.5'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float(input()) ishlatish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Hisoblash masalasini yechish qanday 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Kvadrat ildiz olish uchun dasturga nima qo‘shish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(a + b) / 2 va a + b / 2 ifodalari turli natija beradi?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Soniyalarni daqiqa va soniyaga ajratishda qaysi operatorlar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ishlatiladi?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Kvadrat tenglama dasturida math.sqrt() dan oldin nima uchun D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tekshiriladi?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21-mavzu. Operatorlar yordamida oddiy hisoblash masalalarini yechish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