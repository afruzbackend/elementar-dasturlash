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Oddiy masalalar uchun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algoritm tuzish asoslari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Masalani tahlil qilish: boshlang‘ich ma’lumotlar va natija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Algoritmni tasvirlash usullari va blok-sxema elementlari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Oddiy hisoblash masalalari uchun chiziqli algoritm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masalani tahlil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qilish, kiruvchi va chiquvchi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aniqlash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algoritmni so‘zli, blok-sxema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psevdokod ko‘rinishida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tasvirlash asoslarini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Oddiy hisoblash masalasi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uchun kiruvchi va chiquvchi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aniqlaydilar,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chiziqli algoritmni so‘zli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blok-sxema shaklida tuza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MASALANI TAHLIL QILISH: BOSHLANG‘ICH MA’LUMOTLAR VA NATIJA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Masalani tahlil qilishdan boshlash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Tajribali dasturchi kod yozishni hech qachon darhol boshlamaydi. Avval u masalani diqqat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o‘qiydi va uchta savolga javob topadi: nima berilgan, nima topilishi kerak va qanday bog‘liqlik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(formula yoki qoida) orqali topiladi.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2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326"/>
                <a:gridCol w="2543907"/>
                <a:gridCol w="2986326"/>
                <a:gridCol w="2212093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Berilgan (kiruvchi)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Topilishi kerak (chiquvchi)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Bog‘liqlik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to‘rtburchak yuzasi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Bo‘yi a, eni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 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a ·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 uchun to‘lov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Oylik tarif, oylar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summa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tarif · oylar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Masofa s, vaqt 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Tezlik 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 = s / 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 baho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Uchta baho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 qiymat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(b1 + b2 + b3) /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MASALANI TAHLIL QILISH: BOSHLANG‘ICH MA’LUMOTLAR VA NATIJA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 yechish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 shartini o‘qib, tushunish.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Kiruvchi va chiquvchi ma’lumotlarni aniqlash.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Yechish usuli (formula, qoida)ni tanlash.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 tuzish va uni tasvirlash.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707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209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sinov qiymatlari bilan qo‘lda tekshirish.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397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4899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 yozish va natijani tekshirish.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ALGORITMNI TASVIRLASH USULLARI VA BLOK-SXEMA ELEMENTLARI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Algoritmni tasvirlash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So‘zli (og‘zaki) usul: </a:t>
            </a:r>
            <a:r>
              <a:rPr sz="2400" b="0">
                <a:solidFill>
                  <a:srgbClr val="1B2A4A"/>
                </a:solidFill>
                <a:latin typeface="Segoe UI"/>
              </a:rPr>
              <a:t>qadamlar oddiy tilda raqamlab yoziladi. Tushunarli,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lekin katta algoritmlarda chalkashlik keltirib chiqarishi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Grafik usul (blok-sxema): </a:t>
            </a:r>
            <a:r>
              <a:rPr sz="2400" b="0">
                <a:solidFill>
                  <a:srgbClr val="1B2A4A"/>
                </a:solidFill>
                <a:latin typeface="Segoe UI"/>
              </a:rPr>
              <a:t>har bir qadam geometrik shakl bilan tasvirlanib,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strelkalar bilan ulanadi. Algoritmning tuzilishi bir qarashda ko‘rinadi.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Psevdokod: </a:t>
            </a:r>
            <a:r>
              <a:rPr sz="2400" b="0">
                <a:solidFill>
                  <a:srgbClr val="1B2A4A"/>
                </a:solidFill>
                <a:latin typeface="Segoe UI"/>
              </a:rPr>
              <a:t>tabiiy til va dasturlash tili oralig‘idagi yozuv: «KIRIT a, b», «S:= 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* b», «CHIQAR S».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Dastur ko‘rinishi: </a:t>
            </a:r>
            <a:r>
              <a:rPr sz="2400" b="0">
                <a:solidFill>
                  <a:srgbClr val="1B2A4A"/>
                </a:solidFill>
                <a:latin typeface="Segoe UI"/>
              </a:rPr>
              <a:t>algoritm biror dasturlash tilida (masalan, Python) yoziladi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va kompyuterda bajariladi.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ALGORITMNI TASVIRLASH USULLARI VA BLOK-SXEMA ELEMENTLARI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Blok-sxemaning asosiy elementlari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Blok-sxema elementlari xalqaro standartga muvofiq bir xil shakllarda chiziladi, shuning uchun uni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istalgan mamlakat dasturchisi tushuna 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181"/>
                <a:gridCol w="2384145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Shakl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Nomi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Oval (cho‘zinchoq aylana)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Boshlanish / tugash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Algoritmning boshi va oxiri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 / 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Ma’lumotni kiritish yoki natijani 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Jarayon (amal)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Hisoblash, qiymat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(tekshirish)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Shartni tekshirish, «ha» yoki «yo‘q» tarmog‘i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Oqim chizig‘i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Qadamlar bajarilish yo‘nalishi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ALGORITMNI TASVIRLASH USULLARI VA BLOK-SXEMA ELEMENTLARI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 chizishda 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Boshlanish yoki tugash ovali unutiladi — algoritmning qayerdan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boshlanib, qayerda tugashi noaniq bo‘lib qoladi.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Hisoblash amali parallelogramm ichiga yoziladi — aslida hisoblash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faqat to‘g‘ri to‘rtburchakda bo‘ladi.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Strelkalar qo‘yilmaydi yoki bir-birini kesib o‘tadi — bajarilish tartibini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tushunish qiyinlashadi.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 ichiga uzun jumla yoziladi — qisqa formula yoki buyruq yetarli.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ODDIY HISOBLASH MASALALARI UCHUN CHIZIQLI ALGORITM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Chiziqli algoritm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Qadamlari yozilgan tartibda, hech qanday shartsiz va takrorlanishsiz,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birin-ketin bajariladigan algoritm chiziqli algoritm deyiladi. Oddiy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hisoblash masalalarining ko‘pchiligi aynan chiziqli algoritm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yechiladi.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ODDIY HISOBLASH MASALALARI UCHUN CHIZIQLI ALGORITM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1-misol: to‘g‘ri to‘rtburchak yuzasi va perimetri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Blok-sxemada bu algoritm quyidagi zanjir bo‘ladi: oval «Boshlanish» → parallelogramm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«a, b» → to‘rtburchak «S = a · b» → to‘rtburchak «P = 2 · (a + b)» → parallelogramm «S,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P» → oval «Tugash». Tekshiruv: a = 5, b = 3 bo‘lsa, S = 15, P = 16 chiqishi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Boshlanish.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Bo‘yi a va eni b ni kiritish.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174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113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Yuzani hisoblash: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S = a · b.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094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902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Perimetrni hisoblash: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P = 2 · (a + b).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71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67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S va P ni chiqarish.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847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743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Tugash.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ODDIY HISOBLASH MASALALARI UCHUN CHIZIQLI ALGORITM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2-misol: haroratni Selsiydan Farengeytga o‘tkazish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Berilgan: harorat C (Selsiy shkalasida). Topilishi kerak: F (Farengeyt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shkalasida). Bog‘liqlik: F = C · 9 / 5 + 32. Algoritm: C ni kiritish → F 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hisoblash → F ni chiqarish. Tekshiruv: C = 100 bo‘lsa F = 212, C = 0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bo‘lsa F = 32 bo‘ladi.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Masalani yechishdan oldin qaysi uchta savolga javob topish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tasvirlashning qanday usullarini bilasiz?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Blok-sxemada parallelogramm va to‘g‘ri to‘rtburchak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vazifani bajaradi?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Chiziqli algoritm deb qanday algoritmga aytiladi?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sinov qiymatlari bilan qo‘lda tekshirish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foydali?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2-mavzu. Oddiy masalalar uchun algoritm tuzish asoslari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