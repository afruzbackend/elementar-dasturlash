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O‘zgaruvchilar yaratish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ma’lumot turlari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O‘zgaruvchilarni yaratish usullari: bir nechta qiymat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berish, almashtirish, konstantalar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 turlarini o‘zgartirish: int(), float(), str(), bool()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Satr turidagi o‘zgaruvchilar bilan asosiy amallar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o‘zgaruvchilarni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turli usullarda yaratish,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 turlarini bir-biriga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o‘zgartirish va satrlar ustida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oddiy amallar bajarish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O‘zgaruvchilarni turli usullarda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yaratadilar, turlarni o‘zgartirish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funksiyalarini to‘g‘ri qo‘llaydilar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tur mos kelmasligi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xatolarining sababini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O‘ZGARUVCHILARNI YARATISH USULLARI: BIR NECHTA QIYMAT BERISH, ALMASHTIRISH…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O‘zgaruvchi yaratish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O‘tgan darsda o‘zgaruvchi qiymat berish orqali yaratilishini ko‘rdik. Python bir nechta o‘zgaruvchini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qisqa va qulay yaratishning qo‘shimcha usullarini ham taklif qiladi.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8508"/>
                <a:gridCol w="67201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ism, yosh, boy = "Jasur", 17, 1.78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Uchta o‘zgaruvchiga tartib bo‘yicha uchta qiymat beriladi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y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va y ikkalasi 0 ga teng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 = 5, 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5, b = 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 = b,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Qiymatlar almashadi: endi a = 9, b =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print(a,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O‘ZGARUVCHILARNI YARATISH USULLARI: BIR NECHTA QIYMAT BERISH, ALMASHTIRISH…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Konstantalar va 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Konstantalardan foydalanish dasturni o‘zgartirishni osonlashtiradi: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masalan, internet uchun oylik to‘lov o‘zgarsa, faqat bitta qatordagi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TARIF qiymatini yangilash kifoya, dasturning qolgan qismlariga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tegilmaydi.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Konstanta: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 davomida o‘zgarmasligi kerak bo‘lgan qiymat.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Pythonda maxsus konstanta turi yo‘q, shuning uchun ular kelishuvga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ko‘ra BOSH HARFLAR bilan…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51934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0436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None: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«qiymat yo‘q» degan maxsus qiymat. U hali aniqlanmagan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natija uchun ishlatiladi: natija = None. Uning turi NoneType.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MA’LUMOT TURLARINI O‘ZGARTIRISH: INT(), FLOAT(), STR(), BOOL()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Turlarni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Ko‘pincha bir turdagi qiymatni boshqa turga o‘tkazish kerak bo‘ladi. Masalan, klaviaturadan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kiritilgan ma’lumot har doim satr bo‘ladi va u bilan hisoblash uchun uni songa aylantirish lozim.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Buning uchun tur nomi bilan ataladigan funksiyalar ishlatiladi.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22"/>
                <a:gridCol w="1341081"/>
                <a:gridCol w="73759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int("25")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butun songa aylandi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float("3.5")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kasr songa aylandi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int(7.9)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 qism tashlab yuboriladi, yaxlitlanmaydi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 kasr ko‘rinishga o‘tdi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str(100)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'100'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satrga aylandi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MA’LUMOT TURLARINI O‘ZGARTIRISH: INT(), FLOAT(), STR(), BOOL()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bool()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bool() har qanday qiymatni True yoki False ga aylantiradi. Qoida oddiy: nol va bo‘sh qiymatlar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False, qolgan barchasi True.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569"/>
                <a:gridCol w="875808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bool(15)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bool("")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 — bo‘sh 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bool("0")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— bu bo‘sh emas, bitta belgili satr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SATR TURIDAGI O‘ZGARUVCHILAR BILAN ASOSIY AMALLAR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Satrlar bilan amallar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Birlashtirish: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(+ belgisi) — ikki satrni bir-biriga ulaydi: "IT" + "-servis"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natijasi "IT-servis".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Takrorlash: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(* belgisi) — satrni butun songa ko‘paytirish uni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takrorlaydi: "=" * 20 yigirmata tenglik belgisidan iborat chiziq beradi.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len():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satrdagi belgilar sonini qaytaradi: len("Python") natijasi 6.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upper() va lower():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satrni katta yoki kichik harflarga o‘tkazadi: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"piskent".upper() natijasi "PISKENT".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SATR TURIDAGI O‘ZGARUVCHILAR BILAN ASOSIY AMALLAR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Tur mos kelmasligi xatosi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Python satr va sonni avtomatik birlashtirmaydi. "Kurs: " + 2 ifodasi TypeError xatosini beradi,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chunki matnga son qo‘shishning ma’nosi aniq emas. Xatoni tuzatish uchun sonni str() bilan satrga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aylantirish yoki print() da vergul ishlatish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022"/>
                <a:gridCol w="466463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= "Dilnoza"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turidagi o‘zgaruvchi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kurs =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 turidagi o‘zgaruvchi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print(ism + ", " + str(kurs) + "-kurs")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Dilnoza, 2-kurs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print(ism, kurs, "kursda o‘qiydi")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Dilnoza 2 kursda o‘qiydi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print("Ism uzunligi:", len(ism))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uzunligi: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 qatorda bir nechta o‘zgaruvchiga qanday qiymat beriladi?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ikki o‘zgaruvchi qiymatini qanday almashtirish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int(7.9) natijasi nima va nima uchun?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qiymatlar bool() funksiyasida False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"Kurs: " + 2 ifodasi nima uchun xato beradi va uni qanday tuzatish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7-mavzu. O‘zgaruvchilar yaratish va ma’lumot turlari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