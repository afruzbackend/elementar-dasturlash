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Python dasturlash tili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uning sintaksisi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Python tilining paydo bo‘lishi, xususiyatlari va qo‘llanilish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sohalari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Python sintaksisining asosiy qoidalari: buyruqlar, izohlar,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registr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Kod bloklari, chekinish (indentatsiya) va kalit so‘zlar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Python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dasturlash tilining tarixi,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afzalliklari, qo‘llanilish sohalari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sintaksisining asosiy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qoidalari haqida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Python tilining xususiyatlari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qo‘llanilish sohalarini biladilar,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sintaksis qoidalariga mos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mos bo‘lmagan kodlarni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farqlay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PYTHON TILINING PAYDO BO‘LISHI, XUSUSIYATLARI VA QO‘LLANILISH SOHALARI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Python tilining paydo bo‘lishi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Python — yuqori darajadagi, umumiy maqsadli dasturlash tili. Uni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gollandiyalik dasturchi Gvido van Rossum (Guido van Rossum)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yaratgan, tilning birinchi versiyasi 1991-yilda e’lon qilingan.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PYTHON TILINING PAYDO BO‘LISHI, XUSUSIYATLARI VA QO‘LLANILISH SOHALARI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Pythonning afzalliklari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3025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4929"/>
                <a:gridCol w="674372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Qo‘llanilish sohasi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Veb-dasturlash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Sayt va veb-xizmatlarning server qismi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Ma’lumotlar tahlili va sun’iy intellekt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Statistik hisob-kitob, mashinali o‘qitish modellari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Tizim ma’muriyati va tarmoq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Kompyuterlarni avtomatik sozlash, tarmoq qurilmalarini tekshirish…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Ta’lim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Dasturlashni o‘rganish uchun birinchi til sifatida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PYTHON SINTAKSISINING ASOSIY QOIDALARI: BUYRUQLAR, IZOHLAR, REGISTR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Sintaksis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Sintaksis — dasturlash tilida buyruqlarni to‘g‘ri yozish qoidalari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to‘plami. Ona tilimizda grammatika qoidalari bo‘lgani kabi, dasturlash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tilida ham har bir belgi o‘z o‘rnida turishi kerak.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PYTHON SINTAKSISINING ASOSIY QOIDALARI: BUYRUQLAR, IZOHLAR, REGISTR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qoidalar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3657"/>
                <a:gridCol w="586499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print("Salom, dunyo!")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Ekranga: Salom, dunyo!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# Bu izoh, u bajarilmaydi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Hech narsa chiqmaydi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print("2 + 3 =", 2 + 3) # yig‘indi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Ekranga: 2 + 3 =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Print("Salom")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Xato: NameError — Print nomi aniqlanmagan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print("Salom"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Xato: SyntaxError — qavs yopilmagan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KOD BLOKLARI, CHEKINISH (INDENTATSIYA) VA KALIT SO‘ZLAR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Kod bloklari va chekinish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Ko‘pgina dasturlash tillarida buyruqlar guruhi (blok) figurali qavslar bilan ajratiladi. Pythonda esa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blok chekinish (indentatsiya) — qator boshidagi bo‘sh joylar bilan belgilanadi.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8566"/>
                <a:gridCol w="698008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= 18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o‘zgaruvchisiga 18 beriladi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yosh &gt;= 18: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tekshiriladi, qator oxirida ikki nuqta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print("Siz voyaga yetgansiz")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 ta bo‘sh joy surilgan — if blokiga tegishli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print("Dastur tugadi")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Chekinishsiz — blokdan tashqarida, har doim bajariladi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KOD BLOKLARI, CHEKINISH (INDENTATSIYA) VA KALIT SO‘ZLAR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Kalit so‘zlar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59207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56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Kalit so‘zlar — Python tili uchun maxsus ma’noga ega bo‘lgan, o‘zgaruvchi nomi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sifatida ishlatib bo‘lmaydigan so‘zlar. Ularning ro‘yxatini ko‘rish uchun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interpretatorda import keyword buyrug‘idan keyin print(keyword.kwlist) ni bajarish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kifoya.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48352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36524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if, elif, else: </a:t>
            </a:r>
            <a:r>
              <a:rPr sz="2200" b="0">
                <a:solidFill>
                  <a:srgbClr val="1B2A4A"/>
                </a:solidFill>
                <a:latin typeface="Segoe UI"/>
              </a:rPr>
              <a:t>shart tekshirish;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8745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6918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for, while, break, continue: </a:t>
            </a:r>
            <a:r>
              <a:rPr sz="2200" b="0">
                <a:solidFill>
                  <a:srgbClr val="1B2A4A"/>
                </a:solidFill>
                <a:latin typeface="Segoe UI"/>
              </a:rPr>
              <a:t>takrorlash;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9139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7311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True, False, None: </a:t>
            </a:r>
            <a:r>
              <a:rPr sz="2200" b="0">
                <a:solidFill>
                  <a:srgbClr val="1B2A4A"/>
                </a:solidFill>
                <a:latin typeface="Segoe UI"/>
              </a:rPr>
              <a:t>maxsus qiymatlar;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953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7705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and, or, not: </a:t>
            </a:r>
            <a:r>
              <a:rPr sz="2200" b="0">
                <a:solidFill>
                  <a:srgbClr val="1B2A4A"/>
                </a:solidFill>
                <a:latin typeface="Segoe UI"/>
              </a:rPr>
              <a:t>mantiqiy amallar;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49926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38099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import, def, return: </a:t>
            </a:r>
            <a:r>
              <a:rPr sz="2200" b="0">
                <a:solidFill>
                  <a:srgbClr val="1B2A4A"/>
                </a:solidFill>
                <a:latin typeface="Segoe UI"/>
              </a:rPr>
              <a:t>modul ulash va funksiya yaratish.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 tilini kim va qachon yaratgan?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Pythonning qaysi afzalliklari uni boshlovchilar uchun qulay qiladi?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Sintaksis deganda nima tushuniladi?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Pythonda kod bloki qanday belgilanadi va unda qanday xato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uchrashi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Kalit so‘zlarni o‘zgaruvchi nomi sifatida ishlatish mumkinmi? Nima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uchun?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4-mavzu. Python dasturlash tili va uning sintaksisi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