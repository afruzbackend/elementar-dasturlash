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if-else va if-elif-else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konstruksiyalaridan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If-else konstruksiyasi: ikki tarmoqli tanlov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If-elif-else zanjiri va ichma-ich joylashgan shartlar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«baholash» va «internet tarifi kalkulyatori»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if-else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if-elif-else konstruksiyalarining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tuzilishi, shartlar tartibining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ahamiyati va ichma-ich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shartlardan foydalanib ko‘p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tarmoqli dasturlar tuzish bo‘yicha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amaliy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masala shartiga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qarab if-else yoki if-elif-else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konstruksiyasini tanlaydi,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shartlarni to‘g‘ri tartibda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joylashtiradi va ko‘p tarmoqli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dasturni chegaraviy qiymatlar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bilan sinaydi.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IF-ELSE KONSTRUKSIYASI: IKKI TARMOQLI TANLOV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if-else: ikki yo‘ldan biri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Oldingi darsda if shart rost bo‘lgandagina ishlashini ko‘rdik. Ko‘pincha esa shart yolg‘on bo‘lganda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ham biror amal bajarilishi kerak: son juft bo‘lmasa — «toq» deb yozish, parol noto‘g‘ri bo‘lsa — rad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etish.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413"/>
                <a:gridCol w="58902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n % 2 ==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7 % 2 = 1 →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print(n, "juft")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yolg‘on bo‘lgani uchun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print(n, "toq")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toq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IF-ELSE KONSTRUKSIYASI: IKKI TARMOQLI TANLOV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Yozilish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else: </a:t>
            </a:r>
            <a:r>
              <a:rPr sz="2600" b="0">
                <a:solidFill>
                  <a:srgbClr val="1B2A4A"/>
                </a:solidFill>
                <a:latin typeface="Segoe UI"/>
              </a:rPr>
              <a:t>if bilan bir xil chekinishda yoziladi va undan keyin darhol ikki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nuqta qo‘yiladi.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else: </a:t>
            </a:r>
            <a:r>
              <a:rPr sz="2600" b="0">
                <a:solidFill>
                  <a:srgbClr val="1B2A4A"/>
                </a:solidFill>
                <a:latin typeface="Segoe UI"/>
              </a:rPr>
              <a:t>ga shart yozilmaydi: u «qolgan barcha holatlar»ni bildiradi.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if: </a:t>
            </a:r>
            <a:r>
              <a:rPr sz="2600" b="0">
                <a:solidFill>
                  <a:srgbClr val="1B2A4A"/>
                </a:solidFill>
                <a:latin typeface="Segoe UI"/>
              </a:rPr>
              <a:t>bloki va else orasida chekinishsiz boshqa buyruq bo‘lmasligi kerak.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IF-ELSE KONSTRUKSIYASI: IKKI TARMOQLI TANLOV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Murakkab shartli if-else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Kabisa yilini aniqlash: yil 4 ga bo‘linib, 100 ga bo‘linmasa yoki 400 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bo‘linsa, u kabisa yili hisoblanadi. Shart: if (yil % 4 == 0 and yil % 100!=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0) or yil % 400 == 0. Tekshiruv: 2024 va 2000 — kabisa yili, 2023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1900 — oddiy yil.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IF-ELIF-ELSE ZANJIRI VA ICHMA-ICH JOYLASHGAN SHARTLAR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if-elif-else zanjiri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Ikki emas, uch va undan ortiq variant bo‘lsa, elif (else if — «aks holda, agar») ishlatiladi. Python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shartlarni yuqoridan pastga tekshiradi va birinchi rost shart tarmog‘ini bajaradi; qolgan shartlar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tekshirilmaydi. Hech biri rost bo‘lmasa, else bajariladi.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6597"/>
                <a:gridCol w="399205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ball = int(input("Ball: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0–100 oralig‘ida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&gt;= 86: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92 → 5 (a’lo)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print("5 (a’lo)")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ball &gt;= 71: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85 → 4 (yaxshi)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print("4 (yaxshi)")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IF-ELIF-ELSE ZANJIRI VA ICHMA-ICH JOYLASHGAN SHARTLAR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Shartlar tartibi nega muhim?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yuqoridagi zanjirni teskari tartibda — avval ball &gt;= 56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boshlasak, 92 ball uchun ham birinchi rost shart «ball &gt;= 56» bo‘lib,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«3» chiqadi. Dastur xatosiz ishlaydi, lekin natija noto‘g‘ri — bu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mantiqiy xato.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IF-ELIF-ELSE ZANJIRI VA ICHMA-ICH JOYLASHGAN SHARTLAR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Ichma-ich shartlar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Ba’zan bir shart faqat boshqasi bajarilgandagina tekshiriladi.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«BAHOLASH» VA «INTERNET TARIFI KALKULYATORI»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«Internet tarifi kalkulyatori»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Kerakli jihozlar: Python 3 o‘rnatilgan kompyuter, daftar. Xavfsizlik: kompyuterni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o‘qituvchi ruxsatisiz o‘chirib-yoqmang, ish joyini toza saqlang.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tarif.py faylini yarating va trafikni so‘rang: </a:t>
            </a:r>
            <a:r>
              <a:rPr sz="2200" b="0">
                <a:solidFill>
                  <a:srgbClr val="1B2A4A"/>
                </a:solidFill>
                <a:latin typeface="Segoe UI"/>
              </a:rPr>
              <a:t>gb = float(input("Trafik (GB): ")).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2799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972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if gb &lt;= 10: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= 50000 tarmog‘ini yozing.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319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136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elif gb &lt;= 30: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= 80000 tarmog‘ini qo‘shing.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358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175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else: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= 80000 + (gb - 30) * 3000 tarmog‘ini qo‘shing va print("To‘lov:", narx,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"so‘m") bilan natijani chiqaring.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974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91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Dasturni 8, 10, 25, 30 va 35 qiymatlari bilan sinang: kutilgan natijalar 50000, 50000,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80000, 80000 va 95000.0.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«BAHOLASH» VA «INTERNET TARIFI KALKULYATORI»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848"/>
                <a:gridCol w="4459501"/>
                <a:gridCol w="361930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xabari / belgisi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ball &lt; 56: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dan shartni olib tashlash yoki elif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if bilan bir darajada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unindent does not match any outer indentation level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ni if bilan tekislash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bilan else orasida chekinishsiz buyruq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invalid syntax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Buyruqni blok ichiga surish yoki boshqa joyga ko‘chirish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Shartlar teskari tartibda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92 ball uchun «3»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katta chegarani birinchi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else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If bilan bir xil chekinishda yoziladi va undan keyin darhol ikki nuqta qo‘yiladi.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if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Bloki va else orasida chekinishsiz boshqa buyruq bo‘lmasligi kerak.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if-else konstruksiyasida nechta tarmoq bajariladi?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else qismiga shart yozilmaydi?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if-elif-else zanjirida Python shartlarni qanday tartibda tekshiradi?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Shartlar noto‘g‘ri tartibda yozilsa qanday xato yuzaga keladi?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Ichma-ich shartlar qachon ishlatiladi va qanday chekinish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yoziladi?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15-mavzu. if-else va if-elif-else konstruksiyalaridan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