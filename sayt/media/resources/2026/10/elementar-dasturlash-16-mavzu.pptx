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Takrorlash operatorlari: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for va while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Takrorlash (sikl) tushunchasi va uning dasturdagi o‘rni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For va while operatorlarining tuzilishi va farqlari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bitta masalani for va while yordamida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yechish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takrorlash (sikl)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tushunchasi, Python tilidagi for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while operatorlarining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tuzilishi va ularni tanlash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mezonlari bo‘yicha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dastlabki amaliy ko‘nikmalar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takrorlanuvchi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jarayonni aniqlaydi,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masalani for va while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operatorlari yordamida ikki xil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usulda dasturlay oladi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farqini tushuntiradi.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TAKRORLASH (SIKL) TUSHUNCHASI VA UNING DASTURDAGI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Nega takrorlash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Tasavvur qiling: ekranga 1 dan 100 gacha sonlarni chiqarish kerak.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Buning uchun 100 ta print() yozish mumkin, lekin bu noqulay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xatoga moyil.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Hayotda ham takrorlanuvchi jarayonlar ko‘p: IT-servis markazida har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bir kompyuterni navbat bilan antivirus bilan tekshirish, jurnalda har bir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o‘quvchining bahosini…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TAKRORLASH (SIKL) TUSHUNCHASI VA UNING DASTURDAGI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tushunchalar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Sikl tanasi: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takror bajariladigan buyruqlar; Python’da ular sikl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sarlavhasidan keyin 4 ta bo‘shliq bilan surib yoziladi.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Iteratsiya: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sikl tanasining bir marta bajarilishi.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Hisoblagich: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iteratsiyada qiymati o‘zgaradigan o‘zgaruvchi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(odatda i).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Sikl sharti: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sikl davom etadimi yoki to‘xtaydimi — shuni hal qiluvchi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mantiqiy ifoda.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TAKRORLASH (SIKL) TUSHUNCHASI VA UNING DASTURDAGI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Python’dagi ikki xil sikl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Ikkala operator sarlavhasi ham ikki nuqta (:) bilan tugaydi, tana esa bir xil chekinish bilan yoziladi.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Chekinish tugagan qator sikldan tashqarida hisoblanadi va sikl tugagandan keyin bir marta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bajariladi.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33"/>
                <a:gridCol w="2401937"/>
                <a:gridCol w="70456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qulay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Parametrli sikl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Takrorlar soni oldindan ma’lum bo‘lsa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Shartli sikl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Takrorlar soni noma’lum, shart bajarilguncha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VA WHILE OPERATORLARINING TUZILISHI VA FARQLARI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 operatori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 operatori ketma-ketlikdagi har bir qiymatni navbat bilan o‘zgaruvchiga beradi. Sonlar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ketma-ketligini range() funksiyasi hosil qiladi: range(5) — 0, 1, 2, 3, 4 sonlari (5 kirmaydi).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012"/>
                <a:gridCol w="77576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range(5):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navbat bilan 0, 1, 2, 3, 4 qiymatlarini 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print("Salom", 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«Salom 0» … «Salom 4» — jami 5 qator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VA WHILE OPERATORLARINING TUZILISHI VA FARQLARI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while operatori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while operatori shart rost (True) bo‘lib turguncha tanani takrorlaydi. Shart har iteratsiyadan oldin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tekshiriladi. Hisoblagichni o‘zgartirish dasturchining zimmasida: uni unutsangiz, sikl hech qachon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tugamaydi.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377"/>
                <a:gridCol w="788227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Hisoblagichning boshlang‘ich qiymati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&lt;= 5: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≤ 5 ekan, sikl davom etadi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 2, 3, 4, 5 sonlari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 1 ga oshadi (i = i + 1)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VA WHILE OPERATORLARINING TUZILISHI VA FARQLARI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 va while taqqoslash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3746514"/>
                <a:gridCol w="391681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while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 o‘zgaradi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Qo‘lda o‘zgartiriladi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To‘xtash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Ketma-ketlik tugaganda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yolg‘on bo‘lganda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Cheksiz sikl xavfi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Deyarli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 (shart o‘zgarmasa)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BITTA MASALANI FOR VA WHILE YORDAMIDA YECHISH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1 dan n gacha sonlar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IDLE yoki Thonny muhiti. Xavfsizlik: ish joyida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suyuqlik saqlamang, har 15–20 daqiqada ko‘zni dam oldiring.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6731"/>
                <a:gridCol w="502192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 bilan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while bilan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int(input("n =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int(input("n =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0; i 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n + 1):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&lt;= n: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i; i +=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print("Yig‘indi:",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print("Yig‘indi:",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BITTA MASALANI FOR VA WHILE YORDAMIDA YECHISH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3831662"/>
                <a:gridCol w="383166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n)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5 da 10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n + 1)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 unutilgan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to‘xtamaydi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Hisoblagichni oshirish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sikl 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oxirgi son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ni sikldan oldinga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nuqta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 oxiriga: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Hisoblagich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iteratsiyada qiymati o‘zgaradigan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o‘zgaruvchi (odatda i).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Iteratsiya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Sikl tanasining bir marta bajarilishi.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Sikl sharti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Sikl davom etadimi yoki to‘xtaydimi —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shuni hal qiluvchi mantiqiy ifoda.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Sikl tanasi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Takror bajariladigan buyruqlar; Python’da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ular sikl sarlavhasidan keyin 4 ta bo‘shliq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bilan surib yoziladi.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Sikl nima va u dasturlashda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for va while operatorlarining asosiy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range(5) qanday sonlar ketma-ketligini hosil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while siklida hisoblagich o‘zgartirilmasa nima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Sikl tanasi qanday belgilanadi?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16-mavzu. Takrorlash operatorlari: for va while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