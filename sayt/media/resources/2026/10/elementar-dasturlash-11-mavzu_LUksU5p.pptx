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Arifmetik operatorlar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yordamida hisoblash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dasturlarini tuzish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Hisoblash dasturining tuzilishi: kiritish, hisoblash va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chiqarish bosqichlari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Qisqartirilgan qiymat berish operatorlari va matematik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funksiyalar (round, abs, math moduli)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// va % yordamida o‘lchov birliklarini o‘zgartirish va sonni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raqamlarga ajratish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arifmetik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operatorlar, qisqartirilgan qiymat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berish operatorlari va matematik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funksiyalardan foydalanib,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formulaga asoslangan chiziqli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hisoblash dasturlarini tuzish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bo‘yicha bilim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Masala formulasini Python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ifodasiga to‘g‘ri o‘giradilar,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round(), abs() va math moduli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funksiyalarini qo‘llaydilar, //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% yordamida birliklarni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o‘zgartiruvchi dasturlar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tuzadilar.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HISOBLASH DASTURINING TUZILISHI: KIRITISH, HISOBLASH VA CHIQARISH BOSQICHLARI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Hisoblash dasturining tuzilishi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Ko‘pchilik hisoblash masalalari chiziqli algoritm bilan yechiladi: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buyruqlar yuqoridan pastga bir marta bajariladi. Bunday dastur uch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qismdan iborat: boshlang‘ich ma’lumotlarni kiritish, formula bo‘yicha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hisoblash va natijani chiqarish.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HISOBLASH DASTURINING TUZILISHI: KIRITISH, HISOBLASH VA CHIQARISH BOSQICHLARI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Formulani ifodaga o‘girish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Bu misolda butun bo‘lish ishlatilgani uchun natija butun son bo‘ldi. Agar narx * (100 - chegirma) /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100 yozilsa, natija 212500.0 ko‘rinishida chiqadi.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1252"/>
                <a:gridCol w="425740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narx = 250000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Xizmat narxi, so‘m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chegirma = 15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Chegirma foizi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tolov = narx * (100 - chegirma) // 100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Chegirmadan keyingi summa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print(f"To‘lov: {tolov} so‘m")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To‘lov: 212500 so‘m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QISQARTIRILGAN QIYMAT BERISH OPERATORLARI VA MATEMATIK FUNKSIYALAR (ROUND, ABS, MATH…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Qisqartirilgan qiymat berish operatorlari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O‘zgaruvchining qiymatini o‘zi asosida yangilash juda ko‘p uchraydi: x = x + 5. Buni qisqa yozish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uchun qo‘shma operatorlar mavjud.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5547"/>
                <a:gridCol w="2798779"/>
                <a:gridCol w="536432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Qisqa yozuv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To‘liq yozuv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 = 10 bo‘lganda natija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+= 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= x + 5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-= 3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= x - 3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*= 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= x * 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/= 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= x / 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2.5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//= 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= x // 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QISQARTIRILGAN QIYMAT BERISH OPERATORLARI VA MATEMATIK FUNKSIYALAR (ROUND, ABS, MATH…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O‘rnatilgan va math moduli funksiyalari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Dasturni tekshirish uchun natijasi oldindan ma’lum bo‘lgan qiymatlarni tanlash qulay: tomonlari 3,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4 va 5 bo‘lgan to‘g‘ri burchakli uchburchak yuzasi 3 * 4 / 2 = 6 ga teng. Dastur ham 6.0 chiqarsa,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formula to‘g‘ri yozilgan.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75215"/>
                <a:gridCol w="485343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import math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Modul dastur boshida bir marta ulanadi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a, b, c = 3, 4, 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Uchburchak tomonlari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 = (a + b + c) / 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Yarim perimetr: 6.0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math.sqrt(p * (p - a) * (p - b) * (p - c))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Geron formulasi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print("Yuza:", s)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Yuza: 6.0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// VA % YORDAMIDA O‘LCHOV BIRLIKLARINI O‘ZGARTIRISH VA SONNI RAQAMLARGA AJRATISH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Birliklarni o‘zgartirish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// va % operatorlari birga ishlatilganda katta qiymatni bir nechta birlikka ajratish mumkin. Masalan,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fayl yuklab olish 3725 sekund davom etdi; buni soat, daqiqa va sekundga ajratamiz. 1 soat = 3600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sekund, 1 daqiqa = 60 sekund.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4658"/>
                <a:gridCol w="334399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 = 3725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Jami sekundlar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soat = t // 3600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daqiqa = t % 3600 // 60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125 // 60 = 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sekund = t % 60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print(f"{soat} soat {daqiqa} daqiqa {sekund} sekund")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soat 2 daqiqa 5 sekund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// VA % YORDAMIDA O‘LCHOV BIRLIKLARINI O‘ZGARTIRISH VA SONNI RAQAMLARGA AJRATISH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Sonni raqamlarga ajratish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Uch xonali sonning raqamlarini ajratish ham xuddi shu usulga asoslanadi: % 10 oxirgi raqamni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beradi, // 10 esa oxirgi raqamni olib tashlaydi.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991"/>
                <a:gridCol w="320466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 = 472 bo‘lganda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birlar = n % 10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onlar = n // 10 % 10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yuzlar = n // 100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print("Raqamlar yig‘indisi:", birlar + onlar + yuzlar)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Raqamlar yig‘indisi: 13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// VA % YORDAMIDA O‘LCHOV BIRLIKLARINI O‘ZGARTIRISH VA SONNI RAQAMLARGA AJRATISH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Qavs tushib qolishi: </a:t>
            </a:r>
            <a:r>
              <a:rPr sz="2600" b="0">
                <a:solidFill>
                  <a:srgbClr val="1B2A4A"/>
                </a:solidFill>
                <a:latin typeface="Segoe UI"/>
              </a:rPr>
              <a:t>(a + b) / 2 o‘rniga a + b / 2 yozish noto‘g‘ri natija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beradi, lekin xato xabari chiqmaydi.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import math unutilishi: </a:t>
            </a:r>
            <a:r>
              <a:rPr sz="2600" b="0">
                <a:solidFill>
                  <a:srgbClr val="1B2A4A"/>
                </a:solidFill>
                <a:latin typeface="Segoe UI"/>
              </a:rPr>
              <a:t>math.sqrt() ishlatilganda NameError: name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'math' is not defined xatosi chiqadi.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Kasr natijani butun deb kutish: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/ har doim float beradi; butun natija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kerak bo‘lsa, // yoki int() ishlating.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Chiziqli hisoblash dasturi qanday qismlardan tashkil topadi?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Matematikadagi 2a yozuvini Pythonda qanday yozish kerak va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nima uchun?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 *= 3 yozuvi nimani bildiradi?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math modulidan foydalanish uchun nima qilish kerak? Ikkita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funksiyasini ayting.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Uch xonali sonning o‘nlar raqami qanday ifoda bilan topiladi?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11-mavzu. Arifmetik operatorlar yordamida hisoblash dasturlarini tuzish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