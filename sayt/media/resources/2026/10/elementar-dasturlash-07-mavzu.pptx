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12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0E7C7B"/>
                </a:solidFill>
                <a:latin typeface="Georgia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O‘zgaruvchilar yaratish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ma’lumot turlari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O‘zgaruvchilarni yaratish usullari: bir nechta qiymat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berish, almashtirish, konstantalar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Ma’lumot turlarini o‘zgartirish: int(), float(), str(), bool()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Satr turidagi o‘zgaruvchilar bilan asosiy amallar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o‘zgaruvchilarni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turli usullarda yaratish,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ma’lumot turlarini bir-biriga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o‘zgartirish va satrlar ustida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oddiy amallar bajarish bo‘yicha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bilim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O‘zgaruvchilarni turli usullarda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yaratadilar, turlarni o‘zgartirish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funksiyalarini to‘g‘ri qo‘llaydilar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tur mos kelmasligi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xatolarining sababini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tushuntiradilar.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O‘ZGARUVCHILARNI YARATISH USULLARI: BIR NECHTA QIYMAT BERISH, ALMASHTIRISH…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O‘zgaruvchi yaratish usullari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O‘tgan darsda o‘zgaruvchi qiymat berish orqali yaratilishini ko‘rdik. Python bir nechta o‘zgaruvchini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qisqa va qulay yaratishning qo‘shimcha usullarini ham taklif qiladi.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8508"/>
                <a:gridCol w="672014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ism, yosh, boy = "Jasur", 17, 1.78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Uchta o‘zgaruvchiga tartib bo‘yicha uchta qiymat beriladi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= y =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va y ikkalasi 0 ga teng bo‘ladi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a, b = 5, 9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 = 5, b = 9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a, b = b, 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Qiymatlar almashadi: endi a = 9, b = 5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print(a, b)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9 5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O‘ZGARUVCHILARNI YARATISH USULLARI: BIR NECHTA QIYMAT BERISH, ALMASHTIRISH…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Konstantalar va None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Konstantalardan foydalanish dasturni o‘zgartirishni osonlashtiradi: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masalan, internet uchun oylik to‘lov o‘zgarsa, faqat bitta qatordagi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TARIF qiymatini yangilash kifoya, dasturning qolgan qismlariga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tegilmaydi.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77917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629406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Konstanta: </a:t>
            </a:r>
            <a:r>
              <a:rPr sz="2600" b="0">
                <a:solidFill>
                  <a:srgbClr val="1B2A4A"/>
                </a:solidFill>
                <a:latin typeface="Segoe UI"/>
              </a:rPr>
              <a:t>dastur davomida o‘zgarmasligi kerak bo‘lgan qiymat.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Pythonda maxsus konstanta turi yo‘q, shuning uchun ular kelishuvga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ko‘ra BOSH HARFLAR bilan…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519345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504367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None: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«qiymat yo‘q» degan maxsus qiymat. U hali aniqlanmagan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natija uchun ishlatiladi: natija = None. Uning turi NoneType.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MA’LUMOT TURLARINI O‘ZGARTIRISH: INT(), FLOAT(), STR(), BOOL()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Turlarni o‘zgartirish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Ko‘pincha bir turdagi qiymatni boshqa turga o‘tkazish kerak bo‘ladi. Masalan, klaviaturadan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kiritilgan ma’lumot har doim satr bo‘ladi va u bilan hisoblash uchun uni songa aylantirish lozim.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Buning uchun tur nomi bilan ataladigan funksiyalar ishlatiladi.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3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22"/>
                <a:gridCol w="1341081"/>
                <a:gridCol w="737595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int("25")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Satr butun songa aylandi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float("3.5")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3.5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Satr kasr songa aylandi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int(7.9)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Kasr qism tashlab yuboriladi, yaxlitlanmaydi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float(5)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5.0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Butun son kasr ko‘rinishga o‘tdi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str(100)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'100'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Son satrga aylandi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MA’LUMOT TURLARINI O‘ZGARTIRISH: INT(), FLOAT(), STR(), BOOL()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bool() funksiyasi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bool() har qanday qiymatni True yoki False ga aylantiradi. Qoida oddiy: nol va bo‘sh qiymatlar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False, qolgan barchasi True.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0569"/>
                <a:gridCol w="875808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bool(0)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False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bool(15)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bool("")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False — bo‘sh satr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bool("0")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 — bu bo‘sh emas, bitta belgili satr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SATR TURIDAGI O‘ZGARUVCHILAR BILAN ASOSIY AMALLAR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Satrlar bilan amallar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Birlashtirish: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(+ belgisi) — ikki satrni bir-biriga ulaydi: "IT" + "-servis"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natijasi "IT-servis".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Takrorlash: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(* belgisi) — satrni butun songa ko‘paytirish uni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takrorlaydi: "=" * 20 yigirmata tenglik belgisidan iborat chiziq beradi.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len(): </a:t>
            </a:r>
            <a:r>
              <a:rPr sz="2600" b="0">
                <a:solidFill>
                  <a:srgbClr val="1B2A4A"/>
                </a:solidFill>
                <a:latin typeface="Segoe UI"/>
              </a:rPr>
              <a:t>satrdagi belgilar sonini qaytaradi: len("Python") natijasi 6.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upper() va lower(): </a:t>
            </a:r>
            <a:r>
              <a:rPr sz="2600" b="0">
                <a:solidFill>
                  <a:srgbClr val="1B2A4A"/>
                </a:solidFill>
                <a:latin typeface="Segoe UI"/>
              </a:rPr>
              <a:t>satrni katta yoki kichik harflarga o‘tkazadi: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"piskent".upper() natijasi "PISKENT".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SATR TURIDAGI O‘ZGARUVCHILAR BILAN ASOSIY AMALLAR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Tur mos kelmasligi xatosi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Python satr va sonni avtomatik birlashtirmaydi. "Kurs: " + 2 ifodasi TypeError xatosini beradi,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chunki matnga son qo‘shishning ma’nosi aniq emas. Xatoni tuzatish uchun sonni str() bilan satrga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aylantirish yoki print() da vergul ishlatish kerak.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4022"/>
                <a:gridCol w="466463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ism = "Dilnoza"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Satr turidagi o‘zgaruvchi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kurs = 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Butun son turidagi o‘zgaruvchi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print(ism + ", " + str(kurs) + "-kurs")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Dilnoza, 2-kurs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print(ism, kurs, "kursda o‘qiydi")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Dilnoza 2 kursda o‘qiydi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print("Ism uzunligi:", len(ism))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Ism uzunligi: 7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Birlashtirish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(+ belgisi) — ikki satrni bir-biriga ulaydi: "IT" +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"-servis" natijasi "IT-servis".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Konstanta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— dastur davomida o‘zgarmasligi kerak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bo‘lgan qiymat.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None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761994"/>
            <a:ext cx="4936991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— «qiymat yo‘q» degan maxsus qiymat.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Takrorlash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688968"/>
            <a:ext cx="4936991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(* belgisi) — satrni butun songa ko‘paytirish uni takrorlaydi: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"=" * 20 yigirmata tenglik belgisidan iborat chiziq beradi.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len()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— satrdagi belgilar sonini qaytaradi: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len("Python") natijasi 6.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5867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55867" y="4724146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0187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upper() va lower()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0187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— satrni katta yoki kichik harflarga o‘tkazadi: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"piskent".upper() natijasi "PISKENT".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Bir qatorda bir nechta o‘zgaruvchiga qanday qiymat beriladi?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Pythonda ikki o‘zgaruvchi qiymatini qanday almashtirish mumkin?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int(7.9) natijasi nima va nima uchun?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Qanday qiymatlar bool() funksiyasida False beradi?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"Kurs: " + 2 ifodasi nima uchun xato beradi va uni qanday tuzatish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mumkin?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7-mavzu. O‘zgaruvchilar yaratish va ma’lumot turlari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