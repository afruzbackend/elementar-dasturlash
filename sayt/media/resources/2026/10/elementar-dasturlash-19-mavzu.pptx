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Operatorlarni birgalikda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qo‘llash va dastur tuzish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Python operatorlari guruhlari va ularning bajarilish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ustuvorligi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Bitta ifodada arifmetik, taqqoslash va mantiqiy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operatorlarni birlashtirish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«do‘kon kassasi» dasturini tuzish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Python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operatorlari guruhlari, ularning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bajarilish ustuvorligi hamda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arifmetik, taqqoslash, mantiqiy va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o‘zlashtirish operatorlarini bitta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dasturda birgalikda qo‘llash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bo‘yicha amaliy ko‘nikmalar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murakkab ifodalar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qiymatini ustuvorlik qoidalari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asosida oldindan hisoblaydi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turli operatorlar birgalikda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ishlatilgan to‘liq dastur tuzadi.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PYTHON OPERATORLARI GURUHLARI VA ULARNING BAJARILISH USTUVORLIGI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Operatorlar guruhlari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Avvalgi darslarda operatorlarni alohida o‘rgandik. Haqiqiy dasturlarda esa ular bitta ifodada birga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keladi. Ifodaning qiymatini to‘g‘ri aniqlash uchun har bir operator qaysi guruhga kirishini va qaysi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biri birinchi bajarilishini bilish zarur.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3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5863"/>
                <a:gridCol w="2925996"/>
                <a:gridCol w="526679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Guruh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Operatorlar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turi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Arifmetik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+ - * / // % **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Taqqoslash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==!= &lt; &gt; &lt;= &gt;=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 yoki False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Mantiqiy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and or not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 yoki False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O‘zlashtirish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= += -= *= /=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O‘zgaruvchiga qiymat beradi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PYTHON OPERATORLARI GURUHLARI VA ULARNING BAJARILISH USTUVORLIGI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Ustuvorlik tartibi (yuqoridan pastga)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5996"/>
                <a:gridCol w="1560531"/>
                <a:gridCol w="624212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Ifoda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Qiymat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 + 3 * 4 ** 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 ** 2 = 16, 3 * 16 = 48, 2 + 48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(2 + 3) * 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Qavs ustuvorlikni o‘zgartiradi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-2 ** 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-4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Daraja unar minusdan oldin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 &gt; 3 and 2 &gt; 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 and False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BITTA IFODADA ARIFMETIK, TAQQOSLASH VA MANTIQIY OPERATORLARNI BIRLASHTIRISH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Murakkab shartlar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Taqqoslash natijalari mantiqiy operatorlar bilan birlashtiriladi. and —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ikkala shart rost bo‘lsa rost; or — kamida bittasi rost bo‘lsa rost; not —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qiymatni teskarisiga o‘zgartiradi.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BITTA IFODADA ARIFMETIK, TAQQOSLASH VA MANTIQIY OPERATORLARNI BIRLASHTIRISH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Misol: kabisa yili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Yil kabisa bo‘lishi uchun u 4 ga bo‘linishi va 100 ga bo‘linmasligi kerak yoki 400 ga bo‘linishi kerak.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Bitta qatorda uchta guruh operatori ishlatiladi: (y % 4 == 0 and y % 100!= 0) or y % 400 == 0.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3396"/>
                <a:gridCol w="2616745"/>
                <a:gridCol w="2878419"/>
                <a:gridCol w="314009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y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y % 4 == 0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y % 100!= 0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y % 400 == 0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2024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1900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2000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2026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BITTA IFODADA ARIFMETIK, TAQQOSLASH VA MANTIQIY OPERATORLARNI BIRLASHTIRISH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O‘zlashtirish operatorlari bilan qisqartirish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summa = summa + narx * soni o‘rniga summa += narx * soni yozish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mumkin. Bunda avval o‘ng tomondagi ifoda (narx * soni) hisoblanadi,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keyin summaga qo‘shiladi. Xuddi shunday: summa -= summa * 0.1 —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summadan uning 10 foizini ayiradi.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«DO‘KON KASSASI» DASTURINI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mashq: «Do‘kon kassasi» dasturi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Kerakli jihozlar: Python 3 o‘rnatilgan kompyuter. Xavfsizlik: ish joyini tartibli saqlang, ko‘z va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monitor oralig‘i kamida 50 sm bo‘lsin.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73044"/>
                <a:gridCol w="385561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Ishlatilgan operatorlar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narx = float(input("Narx: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O‘zlashtirish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soni = int(input("Soni: "))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O‘zlashtirish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karta = input("Karta bormi? (ha/yo‘q): 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O‘zlashtirish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summa = narx * soni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Arifmetik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summa &gt;= 500000 and karta == "ha":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Taqqoslash, mantiqiy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«DO‘KON KASSASI» DASTURINI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840"/>
                <a:gridCol w="5206553"/>
                <a:gridCol w="331326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Oqibat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and o‘rniga 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Kartasizlarga ham chegirma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and ishlatish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summa &gt; 500000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Aynan 500000 da chegirma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&gt;= ishlatish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karta == "Ha"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Kichik harf «ha» qabul qilinmaydi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karta.lower() == "ha"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Python operatorlari qanday guruhlarga bo‘linadi?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2 + 3 * 4 ** 2 ifodasi qanday tartibda hisoblanadi?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and va or operatorlarining farqi nimada?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summa -= summa * 0.1 ifodasi nimani bildiradi?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Ustuvorlik tartibini o‘zgartirish uchun nima qilinadi?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19-mavzu. Operatorlarni birgalikda qo‘llash va dastur tuzish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