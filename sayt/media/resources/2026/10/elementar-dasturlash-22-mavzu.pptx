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Dasturlashdagi sintaktik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mantiqiy xatolar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Dasturdagi xatolar turlari: sintaktik, bajarilish vaqtidagi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mantiqiy xatolar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xato xabarining (traceback) tuzilishi va asosiy xato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xatoli kod kartochkalarini turlarga ajratish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izohlash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dasturlardagi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sintaktik, bajarilish vaqtidagi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xatolarning farqi,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Python xato xabarini o‘qish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xatoni turiga qarab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bilim va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xatoli dasturni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ishga tushirib, chiqqan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xabardan xato turi, qator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raqami va sababini aniqlaydi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xatolarni uch guruhga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ajratadi.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DASTURDAGI XATOLAR TURLARI: SINTAKTIK, BAJARILISH VAQTIDAGI VA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 (bug) va sozlash (debugging)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Tajribali dasturchi ham xatosiz kod yozmaydi. Dasturdagi nuqson xato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(inglizcha bug — «qo‘ng‘iz») deb, uni topish va tuzatish jarayoni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sozlash (debugging) deb ataladi.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DASTURDAGI XATOLAR TURLARI: SINTAKTIK, BAJARILISH VAQTIDAGI VA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Xatolarning uch turi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Tajriba: birinchi qatorga print("Boshlandi") yozing, uchinchi qatorga esa ikki nuqtasiz if qo‘ying.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Ekranda «Boshlandi» chiqmaydi — faqat SyntaxError: expected ':' xabari.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23"/>
                <a:gridCol w="2860974"/>
                <a:gridCol w="2384145"/>
                <a:gridCol w="3457011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Bajarilish vaqtidagi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Qachon aniqlanadi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Ishga tushirishdan oldin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Bajarish paytida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tekshirganda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ishlaydimi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Yo‘q, birorta qator ham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qatorigacha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Ha, oxirigacha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 chiqadimi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(Traceback)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3 (ikki nuqtasiz)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print(10 / 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(a + b) / 2 o‘rniga a + b /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PYTHON XATO XABARINING (TRACEBACK) TUZILISHI VA ASOSIY XATO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Xato xabarini o‘qish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Bajarilish vaqtidagi xatoda Python Traceback deb ataluvchi hisobot chiqaradi. Uni pastdan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yuqoriga o‘qish qulay: eng muhim ma’lumot — oxirgi qatorda.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765"/>
                <a:gridCol w="70148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Xabar qatori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Traceback (most recent call last):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hisoboti boshlandi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File "hisob.py", line 3, in &lt;module&gt;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nomi va xato yuz bergan qator raqami (3)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 /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Xatoli qatorning o‘zi; ostida ^ va ~ belgilari aniq joyni ko‘rsatadi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ZeroDivisionError: division by zero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turi va inglizcha izoh: «nolga bo‘lish»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PYTHON XATO XABARINING (TRACEBACK) TUZILISHI VA ASOSIY XATO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xato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Birinchi ikki tur — sintaktik xatolar (IndentationError ham SyntaxError ning bir ko‘rinishi), qolgan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to‘rttasi — bajarilish vaqtidagi xatolar.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8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33"/>
                <a:gridCol w="3843100"/>
                <a:gridCol w="5604521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Xato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Kod misoli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print("Natija"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SyntaxError: '(' was never closed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range(5): dan keyin surilmagan print(i)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'for' statement on…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NameError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soni = 3 bo‘lib, print(narx * son)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NameError: name 'son' is not defined. Did you mean: 'soni'?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TypeError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yosh = 16; print("Yosh: " + yosh)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TypeError: can only concatenate str (not "int") to str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ValueError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int("12a")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ValueError: invalid literal for int() with base 10: '12a'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KOD KARTOCHKALARINI TURLARGA AJRATISH VA IZOHLASH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xato: eng «yashirin» xato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Ikki sonning o‘rtachasini hisoblovchi dastur: a, b = 4, 6 va ortacha = 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+ b / 2. Dastur 7.0 ni chiqaradi, xabar yo‘q, lekin to‘g‘ri javob 5.0.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Sabab — operatorlar ustuvorligi: avval b / 2 bajarilgan. To‘g‘ri yozuv: (a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+ b) /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KOD KARTOCHKALARINI TURLARGA AJRATISH VA IZOHLASH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xatoli kod kartochkalari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8 ta kod kartochkasi, daftar. Xavfsizlik: ish joyida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suyuqlik saqlamang, kompyuter va kabellarga ehtiyotkorlik bilan munosabatda bo‘ling.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2"/>
                <a:gridCol w="5418512"/>
                <a:gridCol w="433481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Kartochka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tasnif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print("Natija"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= int("12a")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vaqtidagi (ValueError)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perimetr = 2 * a + b (a = 4, b = 6 → 14, kerak 20)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print(100 / 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vaqtidagi (ZeroDivisionError)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 86: (86 ball ham «a’lo» bo‘lishi kerak)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6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Bajarilish vaqtidagi xato</a:t>
            </a:r>
            <a:br/>
            <a:r>
              <a:rPr sz="2200" b="1">
                <a:solidFill>
                  <a:srgbClr val="1B2A4A"/>
                </a:solidFill>
                <a:latin typeface="Georgia"/>
              </a:rPr>
              <a:t>(istisno)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54381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Yozuv to‘g‘ri, lekin bajarish paytida imkonsiz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amal uchraydi — nolga bo‘lish, noma’lum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o‘zgaruvchi, mos kelmaydigan turlar.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Birinchi ikki 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Sintaktik xatolar (IndentationError ham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SyntaxError ning bir ko‘rinishi), qolgan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to‘rttasi — bajarilish vaqtidagi xatolar.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Mantiqiy xato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 oxirigacha ishlaydi, hech qanday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xabar chiqmaydi, lekin natija noto‘g‘ri.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Sintaktik xato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Kod Python tili yozilish qoidalariga zid (ikki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nuqta, qavs, qo‘shtirnoq yo‘q, chekinish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noto‘g‘ri).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Dasturlashda qanday uch turdagi xato farqlanadi?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Sintaktik xato bo‘lsa, nima uchun dasturning birinchi qatori ham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Traceback xabarining qaysi qatorida xato turi yoziladi?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mantiqiy xatoni interpretator topa olmaydi?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ZeroDivisionError va ValueError xatolari qanday holatlarda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22-mavzu. Dasturlashdagi sintaktik va mantiqiy xatolar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