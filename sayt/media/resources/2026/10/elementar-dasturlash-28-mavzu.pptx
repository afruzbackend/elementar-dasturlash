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Tuzilgan algoritmni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Python dasturiga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aylantirish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Blok-sxema bloklarining python operatorlariga mos kelishi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Tarmoqlanuvchi algoritmni dasturga aylantirish va istisno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holatlarni hisobga olish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takrorlanuvchi algoritm asosida dastur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yozish va sinash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tayyor algoritm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blok-sxemani Python dasturiga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bosqichma-bosqich aylantirish,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istisno (chegaraviy) holatlarni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hisobga olish va yozilgan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dasturni algoritm bilan solishtirib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tekshirish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 blok-sxemaning har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bir blokini mos Python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operatoriga o‘giradi,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tarmoqlanuvchi va takrorlanuvchi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algoritmlar asosida to‘liq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ishlaydigan dastur yozadi va uni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istisno holatlarda sinaydi.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BLOK-SXEMA BLOKLARINING PYTHON OPERATORLARIGA MOS KELISHI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Blokdan buyruqqa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Yaxshi tuzilgan blok-sxema — tayyor dasturning «chizmasi». Uni Python ga o‘girish deyarli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mexanik ish: har bir blok bitta yoki bir nechta buyruqqa aylanadi, strelkalar esa buyruqlar tartibini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belgilaydi.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0931"/>
                <a:gridCol w="3270931"/>
                <a:gridCol w="418679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Blok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buyrug‘i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Oval (boshlanish/tugash)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Alohida buyruq kerak emas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birinchi va oxirgi satri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 (kiritish)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input(), int(), float()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int(input("Ish soati: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To‘rtburchak (jarayon)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Qiymat berish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narx = 50000 + 40000 * soat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 (shart)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… else 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doimiy == "ha":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Romb + qaytish strelkasi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yoki while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kun in range(1, 8):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BLOK-SXEMA BLOKLARINING PYTHON OPERATORLARIGA MOS KELISHI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O‘girish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O‘zgaruvchi nomlari: </a:t>
            </a:r>
            <a:r>
              <a:rPr sz="2600" b="0">
                <a:solidFill>
                  <a:srgbClr val="1B2A4A"/>
                </a:solidFill>
                <a:latin typeface="Segoe UI"/>
              </a:rPr>
              <a:t>blok-sxemadagi nomlarni o‘zgartirmang —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kodni algoritm bilan solishtirish oson bo‘ladi.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Turlar: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son kiritilsa, int() yoki float() ni unutmang.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Formula: </a:t>
            </a:r>
            <a:r>
              <a:rPr sz="2600" b="0">
                <a:solidFill>
                  <a:srgbClr val="1B2A4A"/>
                </a:solidFill>
                <a:latin typeface="Segoe UI"/>
              </a:rPr>
              <a:t>× belgisi * ga, ÷ esa / ga almashtiriladi; qavslarni saqlang.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Chekinish: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«Ha» tarmog‘idagi bloklar if ostida, «Yo‘q» tarmog‘idagilar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else ostida 4 bo‘shliq bilan yoziladi.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ALGORITMNI DASTURGA AYLANTIRISH VA ISTISNO HOLATLARNI HISOBGA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Tarmoqlanuvchi algoritm: ta’mirlash narxi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Oldingi darsdagi blok-sxema asosida dastur yozamiz va unga bitta yangi tekshiruv qo‘shamiz: soat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manfiy bo‘lsa, hisoblash bajarilmaydi. Bunday istisno holatlar (edge cases) algoritmda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ko‘rsatilmagan bo‘lsa ham, dasturchi ularni o‘ylab ko‘rishi shart.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6071"/>
                <a:gridCol w="320258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int(input("Ish soati: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doimiy = input("Doimiy mijozmi (ha/yo‘q): 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Parallelogramm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soat &lt; 0: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Qo‘shimcha tekshiruv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print("Xato: soat manfiy bo‘lishi mumkin emas")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-1 kiritilsa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TARMOQLANUVCHI ALGORITMNI DASTURGA AYLANTIRISH VA ISTISNO HOLATLARNI HISOBGA OLISH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Istisno holatlar ro‘yxati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396"/>
                <a:gridCol w="3925117"/>
                <a:gridCol w="47101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tekshiriladi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2, 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117000.0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tarmog‘i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2,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130000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Chegirmasiz tarmoq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50000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diagnostika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-1, 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xabari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Manfiy qiymat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 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153000.0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 harflar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TAKRORLANUVCHI ALGORITM ASOSIDA DASTUR YOZISH VA SINASH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haftalik internet trafigi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oldingi darsdagi trafik blok-sxemasi. Xavfsizlik: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dasturni saqlashdan oldin fayl nomini tekshiring (trafik.py), boshqa o‘quvchining faylini o‘chirmang.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8382"/>
                <a:gridCol w="447027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1-blok: boshlang‘ich qiymatlar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oshgan = 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kun in range(1, 8):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2-blok: 7 marta takrorlash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= float(input(str(kun) + "-kun, Gb: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3-blok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+= gb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4-blok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AMALIY MASHQ: TAKRORLANUVCHI ALGORITM ASOSIDA DASTUR YOZISH VA SINASH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745"/>
                <a:gridCol w="3663443"/>
                <a:gridCol w="444846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7)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6 kun so‘raladi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8)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= 0 sikl ichida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oxirgi kun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Sikldan oldin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gb &gt;=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Gb ham oshgan hisoblanadi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Shartni algoritmga moslash: gb &gt;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float()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jami += gb satrida TypeError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float(input(…))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Chekinish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178685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«Ha» tarmog‘idagi bloklar if ostida, «Yo‘q»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tarmog‘idagilar else ostida 4 bo‘shliq bilan yoziladi.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Formula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× belgisi * ga, ÷ esa / ga almashtiriladi;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qavslarni saqlang.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O‘zgaruvchi nomlari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Blok-sxemadagi nomlarni o‘zgartirmang —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kodni algoritm bilan solishtirish oson bo‘ladi.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Turlar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61994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Son kiritilsa, int() yoki float() ni unutmang.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Yaxshi tuzilgan blok-sxema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28463"/>
            <a:ext cx="4936991" cy="739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Tayyor dasturning «chizmasi». Uni Python ga o‘girish deyarli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mexanik ish: har bir blok bitta yoki bir nechta buyruqqa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aylanadi, strelkalar esa…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Blok-sxemadagi romb Python da qanday operatorga aylanadi?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Qaytish strelkasi bo‘lgan romb qanday operator bilan ifodalanadi?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Istisno (chegaraviy) holat deganda nimani tushunasiz? Misol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keltiring.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lower() metodi qanday maqsadda ishlatildi?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Dasturdagi o‘zgaruvchi nomlarini blok-sxemadagidek qoldirish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 uchun foydali?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28-mavzu. Tuzilgan algoritmni Python dasturiga aylantirish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