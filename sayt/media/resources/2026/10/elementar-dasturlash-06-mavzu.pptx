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10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0E7C7B"/>
                </a:solidFill>
                <a:latin typeface="Georgia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Nazariy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ELEMENTAR DASTURLASH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183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O‘zgaruvchilar va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ma’lumot turlari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2898775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218815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60946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92074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6-MAVZU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O‘zgaruvchi tushunchasi va qiymat berish operatori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O‘zgaruvchilarni nomlash qoidalari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Pythonning asosiy ma’lumot turlari: int, float, str, bool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6-MAVZU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2274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o‘zgaruvchi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tushunchasi, uni nomlash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qoidalari va Pythondagi asosiy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ma’lumot turlari haqida nazariy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bilim 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274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O‘zgaruvchining mohiyatini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tushuntiradilar, to‘g‘ri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noto‘g‘ri nomlarni farqlaydilar,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qiymatga qarab uning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ma’lumot turini aniqlaydilar.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1-REJA · O‘ZGARUVCHI TUSHUNCHASI VA QIYMAT BERISH OPERATORI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O‘zgaruvchi nima?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0142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Dastur ishlayotganda ma’lumotlarni (sonlar, ismlar, natijalar) vaqtincha saqlash kerak bo‘ladi.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Buning uchun o‘zgaruvchi ishlatiladi. O‘zgaruvchi — kompyuter xotirasidagi qiymatga berilgan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nom.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814828"/>
          <a:ext cx="10728654" cy="2422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511"/>
                <a:gridCol w="8709143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 / izoh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ball = 75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ball nomli o‘zgaruvchi yaratilib, unga 75 beriladi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print(ball)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75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ball = ball + 10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Avval o‘ng tomon hisoblanadi (75 + 10), so‘ng natija ball ga yoziladi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print(ball)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85 — eski qiymat (75) yo‘qoldi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2-REJA · O‘ZGARUVCHILARNI NOMLASH QOIDALARI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O‘zgaruvchilarni nomlash qoidalari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1421"/>
                <a:gridCol w="1601291"/>
                <a:gridCol w="7365942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Nom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To‘g‘rimi?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Izoh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talaba_soni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Pastki chiziq bilan ajratilgan, tushunarli nom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narx2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Raqam oxirida bo‘lishi mumkin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2narx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Yo‘q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Raqam bilan boshlangan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talaba soni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Yo‘q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Bo‘sh joy bor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narx-1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Yo‘q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Tire ayirish amali deb tushuniladi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2-REJA · O‘ZGARUVCHILARNI NOMLASH QOIDALARI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Yaxshi nom tanlash tavsiyalari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Nom qiymatning ma’nosini bildirsin: a, b, x kabi nomlar faqat qisqa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misollarda qulay, katta dasturda esa narx, yosh, kompyuterlar_soni kabi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nomlar kodni o‘qishni osonlashtiradi.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3-REJA · PYTHONNING ASOSIY MA’LUMOT TURLARI: INT, FLOAT, STR, BOOL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ma’lumot turlari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0142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Har bir qiymat ma’lum bir turga (tipga) tegishli bo‘ladi. Tur qiymat ustida qanday amallar bajarish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mumkinligini belgilaydi: sonlarni qo‘shish, ko‘paytirish mumkin, matnni esa faqat birlashtirish yoki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takrorlash mumkin.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814828"/>
          <a:ext cx="10728653" cy="2422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2194"/>
                <a:gridCol w="2839938"/>
                <a:gridCol w="3628809"/>
                <a:gridCol w="2997712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Tur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Nomi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Namuna qiymatlar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Qo‘llanishi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int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Butun son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17, -5, 0, 2026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Yosh, soni, yil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float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Haqiqiy (kasr) son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1.75, -0.5, 3.0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Bo‘y, narx, harorat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str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Satr (matn)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"Aziz", "Piskent", "25"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Ism, manzil, xabar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bool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Mantiqiy qiymat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True, False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Ha/yo‘q holatlari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3-REJA · PYTHONNING ASOSIY MA’LUMOT TURLARI: INT, FLOAT, STR, BOOL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type() funksiyasi va dinamik tiplash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Pythonda dinamik tiplash qo‘llaniladi: o‘zgaruvchi turini oldindan aytish shart emas, tur unga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berilgan qiymatdan aniqlanadi.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5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731"/>
                <a:gridCol w="8582924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 / izoh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print(type(17))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&lt;class 'int'&gt;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print(type(1.75))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&lt;class 'float'&gt;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print(type("25"))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&lt;class 'str'&gt;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print(type(True))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&lt;class 'bool'&gt;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print(0.1 + 0.2)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0.30000000000000004 — kasr sonlar ikkilik tizimda taxminiy saqlanadi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6-MAVZU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O‘zgaruvchi nima va u nima uchun kerak?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Pythonda = belgisi qanday ma’noni bildiradi?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O‘zgaruvchilarni nomlashning asosiy qoidalarini sanab bering.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int va float turlarining farqi nimada? Misol keltiring.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"25" va 25 qiymatlari qanday farq qiladi?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0E7C7B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6-mavzu. O‘zgaruvchilar va ma’lumot turlari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