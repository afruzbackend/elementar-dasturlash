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Xatolarni tuzatish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 ishlashini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Xatoni tuzatish (debugging) jarayonining bosqichlari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Sozlash vositalari: nazorat print(), thonny va idle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debuggerlari, try-except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dasturni tuzatish, qayta sinash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yaxshilash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topilgan xatolarni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yangi xato kiritmasdan tuzatish,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sozlash (debugging)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vositalaridan foydalanish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tuzatilgan dastur ishlashini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qayta sinash bo‘yicha amaliy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xatoni tizimli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bosqichlar asosida tuzatadi,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Thonny yoki IDLE debuggerida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dasturni qadamba-qadam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bajaradi va tuzatishdan keyin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dasturni oldingi test qiymatlari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qayta tekshiradi.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XATONI TUZATISH (DEBUGGING) JARAYONINING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Debugging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Debugging (sozlash) — dasturdagi xatoni topish, sababini aniqlash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uni bartaraf etish jarayoni. Xatoni topishning o‘zi yarim ish: tuzatish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paytida shoshilish ko‘pincha yangi xatoga olib keladi.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XATONI TUZATISH (DEBUGGING) JARAYONINING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Tuzatish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Oxirgi qadam regressiya testi deb ataladi: tuzatish dasturning ilgari to‘g‘ri ishlagan qismini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buzmaganiga ishonch hosil qilinadi.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2662"/>
                <a:gridCol w="3871995"/>
                <a:gridCol w="2903996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Yomon odat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Nima uchun xavfli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To‘g‘ri yondashuv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Bir vaqtda ko‘p joyni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Qaysi o‘zgarish yordam berganini bilib bo‘lmaydi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Har safar bitta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«Balki shunday ishlar» deb tasodifiy o‘zgartirish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Yangi xatolar paydo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Avval sababni tushunish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Faqat bitta qiymat bilan sinash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Boshqa holatlardagi xato yashirin 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Oddiy va chegaraviy qiymatlar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Nusxasiz ishlash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Ishlagan variantga qaytib bo‘lmaydi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dastur_v1.py, dastur_v2.py nusxalari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SOZLASH VOSITALARI: NAZORAT PRINT(), THONNY VA IDLE DEBUGGERLARI, TRY-EXCEPT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Nazorat print() va assert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Eng oddiy usul — shubhali joyga vaqtincha print() qo‘yib,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o‘zgaruvchilar qiymatini ko‘rish. Xato tuzatilgach, bu satrlar olib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tashlanadi.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SOZLASH VOSITALARI: NAZORAT PRINT(), THONNY VA IDLE DEBUGGERLARI, TRY-EXCEPT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Thonny va IDLE debuggerlari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Thonny: </a:t>
            </a:r>
            <a:r>
              <a:rPr sz="2600" b="0">
                <a:solidFill>
                  <a:srgbClr val="1B2A4A"/>
                </a:solidFill>
                <a:latin typeface="Segoe UI"/>
              </a:rPr>
              <a:t>Run → Debug current script (Ctrl + F5) — dastur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qadamba-qadam rejimda ishga tushadi.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Step over (F6): </a:t>
            </a:r>
            <a:r>
              <a:rPr sz="2600" b="0">
                <a:solidFill>
                  <a:srgbClr val="1B2A4A"/>
                </a:solidFill>
                <a:latin typeface="Segoe UI"/>
              </a:rPr>
              <a:t>joriy satrni to‘liq bajarib, keyingisiga o‘tadi.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Step into (F7): </a:t>
            </a:r>
            <a:r>
              <a:rPr sz="2600" b="0">
                <a:solidFill>
                  <a:srgbClr val="1B2A4A"/>
                </a:solidFill>
                <a:latin typeface="Segoe UI"/>
              </a:rPr>
              <a:t>ifoda ichiga kirib, uni qismlab hisoblashni ko‘rsatadi.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View → Variables: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o‘zgaruvchilarning joriy qiymatlari oynasi.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IDLE: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Shell oynasida Debug → Debugger yoqiladi, so‘ng dastur F5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ishga tushiriladi; Step, Over, Go tugmalari bilan boshqariladi.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SOZLASH VOSITALARI: NAZORAT PRINT(), THONNY VA IDLE DEBUGGERLARI, TRY-EXCEPT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Noto‘g‘ri kiritishni ushlash: try-except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Foydalanuvchi son o‘rniga harf kiritsa, int() ValueError beradi va dastur to‘xtaydi. try-except bloki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 holatni ushlab, qayta so‘rash imkonini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3027"/>
                <a:gridCol w="65756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True: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son kiritilguncha takrorlanadi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try: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Xavfli qism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int(input("Yosh: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«abc» kiritilsa ValueError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son — sikldan chiqish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except ValueError: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ushlandi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DASTURNI TUZATISH, QAYTA SINASH VA YAXSHILASH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raqamlar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Thonny o‘rnatilgan kompyuter. Xavfsizlik: quyidagi xatoli dastur cheksiz siklga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tushadi — uni Thonny dagi «Stop» tugmasi yoki IDLE da Ctrl + C bilan to‘xtating. Dastur sonning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raqamlari yig‘indisini topishi kerak edi.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413"/>
                <a:gridCol w="58902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To‘g‘rilangan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abs(int(input("Son: ")))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n //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n %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n %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n //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DASTURNI TUZATISH, QAYTA SINASH VA YAXSHILASH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Tuzatishdan keyingi tipik muammolar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173"/>
                <a:gridCol w="3516113"/>
                <a:gridCol w="423736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Muammo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Yechim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 xato qaytib keldi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Faylning eski nusxasi ishga tushirilgan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Faylni saqlab (Ctrl + S), qayta ishga tushirish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xato paydo bo‘ldi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vaqtda bir necha joy o‘zgartirilgan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nusxaga qaytib, bittalab tuzatish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Nazorat print() natijani buzmoqda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Vaqtinchalik satr o‘chirilmagan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Topshirishdan oldin olib tashlash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Bitta o‘zgartirish kiritish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 vaqtda faqat bitta joyni tuzatish.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Eng oddiy usul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Shubhali joyga vaqtincha print() qo‘yib,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o‘zgaruvchilar qiymatini ko‘rish.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Joyini aniqlash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Kuzatish jadvali, nazorat print() yoki debugger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yordamida xato satrni topish.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Qayta sinash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32783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Avval xato bergan qiymat bilan, so‘ng ilgari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to‘g‘ri ishlagan barcha qiymatlar bilan tekshirish.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Sababini tushunish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Nima uchun aynan shu satr noto‘g‘ri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ishlayotganini izohlash.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View → Variables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301487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O‘zgaruvchilarning joriy qiymatlari oynasi.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Debugging jarayoni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bir vaqtda faqat bitta o‘zgartirish kiritish tavsiya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Regressiya testi nima va u qachon o‘tkaziladi?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Thonny debuggerida Step over va Step into qanday farq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try-except bloki qanday holatda foydali?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26-mavzu. Xatolarni tuzatish va dastur ishlashini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