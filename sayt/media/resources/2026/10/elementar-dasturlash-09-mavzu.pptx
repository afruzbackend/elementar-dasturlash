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input() va print()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operatorlari bilan ishlash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Ish joyini tayyorlash, xavfsizlik qoidalari va muloqotli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dastur tuzish tartibi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Namunaviy masalalar: anketa, trafik hisobi va xarid cheki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dasturlari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mustaqil masalalarni yechish, natijani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tekshirish va xatolarni tuzatish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input() va print()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funksiyalari, turlarni o‘zgartirish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f-satrlar yordamida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foydalanuvchi bilan muloqot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qiluvchi to‘liq dasturlarni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kompyuterda mustaqil tuzish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Foydalanuvchidan ma’lumot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qabul qilib, uni qayta ishlab,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natijani formatlangan holda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chiqaradigan dasturlarni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yozadilar, ishga tushiradilar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tipik xatolarni mustaqil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tuzatadilar.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ISH JOYINI TAYYORLASH, XAVFSIZLIK QOIDALARI VA MULOQOTLI DASTUR TUZISH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Kerakli jihozlar va xavfsizlik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Ish uchun Python 3 o‘rnatilgan kompyuter va IDLE yoki Thonny muhiti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kerak. Ish joyida suyuqlik va ovqat saqlamang, kabellarni tortmang, har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15–20 daqiqada ko‘zni ekrandan uzib dam oldiring.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ISH JOYINI TAYYORLASH, XAVFSIZLIK QOIDALARI VA MULOQOTLI DASTUR TUZISH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Muloqotli dastur tuzish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Muhim odat: dasturni yozishdan oldin kamida bitta test qiymatini qo‘lda hisoblab qo‘ying. Masalan, 3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dona 45000 so‘mlik sichqoncha uchun jami 135000 so‘m chiqishi kerakligini oldindan bilsangiz, dastur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xatosini darhol sezasiz.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1677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>
                <a:solidFill>
                  <a:srgbClr val="1B2A4A"/>
                </a:solidFill>
                <a:latin typeface="Segoe UI"/>
              </a:rPr>
              <a:t>Masalani o‘qing va nima kiritilishi (boshlang‘ich ma’lumot) hamda nima chiqarilishi (natija) kerakligini yozib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oling.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51578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36874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>
                <a:solidFill>
                  <a:srgbClr val="1B2A4A"/>
                </a:solidFill>
                <a:latin typeface="Segoe UI"/>
              </a:rPr>
              <a:t>IDLE da File → New File (Ctrl + N) orqali yangi fayl oching va uni tushunarli nom bilan saqlang, masalan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anketa.py.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1478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35882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>
                <a:solidFill>
                  <a:srgbClr val="1B2A4A"/>
                </a:solidFill>
                <a:latin typeface="Segoe UI"/>
              </a:rPr>
              <a:t>Har bir boshlang‘ich ma’lumot uchun aniq so‘rov matnli input() yozing va kerak bo‘lsa int() yoki float() bilan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o‘rang.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1379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34890"/>
            <a:ext cx="10729862" cy="32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>
                <a:solidFill>
                  <a:srgbClr val="1B2A4A"/>
                </a:solidFill>
                <a:latin typeface="Segoe UI"/>
              </a:rPr>
              <a:t>Hisoblash qatorlarini yozing, natijani f-satr orqali chiqaring.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3645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257546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0">
                <a:solidFill>
                  <a:srgbClr val="1B2A4A"/>
                </a:solidFill>
                <a:latin typeface="Segoe UI"/>
              </a:rPr>
              <a:t>Dasturni F5 tugmasi (Run → Run Module) bilan ishga tushiring va oldindan hisoblab qo‘yilgan test qiymatlari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bilan solishtiring.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NAMUNAVIY MASALALAR: ANKETA, TRAFIK HISOBI VA XARID CHEKI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1-masala: Talaba anketasi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Foydalanuvchidan ism, familiya va kursni so‘rab, «Talaba: Familiya Ism, N-kurs» ko‘rinishida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chiqaring.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8526"/>
                <a:gridCol w="588012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ism = input("Ism: 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Satr sifatida olinadi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familiya = input("Familiya: 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Satr sifatida olinadi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kurs = int(input("Kurs: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 songa aylantiriladi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print(f"Talaba: {familiya} {ism}, {kurs}-kurs")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Kiritish: Aziz, Karimov, 1 → Talaba: Karimov Aziz, 1-kurs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NAMUNAVIY MASALALAR: ANKETA, TRAFIK HISOBI VA XARID CHEKI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2-masala: Internet trafigi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Megabaytlarda (MB) berilgan trafikni gigabaytga (GB) o‘tkazing; 1 GB = 1024 MB, natija 2 xona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aniqlikda chiqsin.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9475"/>
                <a:gridCol w="527917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mb = int(input("Trafik (MB):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Masalan, 3000 kiritiladi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gb = mb / 1024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Bo‘lish natijasi har doim float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print(f"{mb} MB = {gb:.2f} GB")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3000 MB = 2.93 GB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NAMUNAVIY MASALALAR: ANKETA, TRAFIK HISOBI VA XARID CHEKI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3-masala: Xarid cheki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Chekda:18 esa qiymatni 18 belgili maydonda o‘ngga tekislaydi. Natijada barcha qatorlar bir xil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kenglikda (30 belgi) chiqadi va chek tartibli ko‘rinadi.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4650"/>
                <a:gridCol w="496400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nom = input("Mahsulot: 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Sichqoncha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int(input("Narxi: "))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45000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soni = int(input("Soni: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print("=" * 30)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30 ta tenglik belgisidan chiziq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print(f"{'Mahsulot:':&lt;12}{nom:&gt;18}")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Mahsulot: Sichqoncha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MUSTAQIL MASALALARNI YECHISH, NATIJANI TEKSHIRISH VA XATOLARNI TUZATISH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Mustaqil masalalar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Namuna yechim (1-masala): a = float(input("a = ")), b = float(input("b = ")) qatorlaridan keyin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print(f"Yuza: {a * b:.2f}, Perimetr: {2 * (a + b):.2f}") yoziladi.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842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015"/>
                <a:gridCol w="1532665"/>
                <a:gridCol w="2860974"/>
              </a:tblGrid>
              <a:tr h="78613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Masala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Test qiymati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Kutilgan natija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 to‘rtburchak tomonlari a, b kiritiladi;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= 4, b = 2.5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Yuza: 10.00, Perimetr: 13.00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Selsiy harorati C kiritiladi; F = C * 9 / 5 + 32 chiqarilsin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 = 25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25 °C = 77.0 °F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IP manzilning to‘rt qismi alohida kiritiladi va sep="." bilan…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192, 168, 0, 15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192.168.0.15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MUSTAQIL MASALALARNI YECHISH, NATIJANI TEKSHIRISH VA XATOLARNI TUZATISH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Ikkita test: </a:t>
            </a:r>
            <a:r>
              <a:rPr sz="2600" b="0">
                <a:solidFill>
                  <a:srgbClr val="1B2A4A"/>
                </a:solidFill>
                <a:latin typeface="Segoe UI"/>
              </a:rPr>
              <a:t>har dasturni kamida bitta oddiy va bitta kasr qiymat bilan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sinang.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Chegaraviy qiymat: </a:t>
            </a:r>
            <a:r>
              <a:rPr sz="2600" b="0">
                <a:solidFill>
                  <a:srgbClr val="1B2A4A"/>
                </a:solidFill>
                <a:latin typeface="Segoe UI"/>
              </a:rPr>
              <a:t>0 kiritilganda ham dastur xatosiz ishlashini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tekshiring.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O‘zaro tekshirish: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qo‘shningiz dasturini o‘z test qiymatlaringiz bilan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ishga tushirib ko‘ring.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MUSTAQIL MASALALARNI YECHISH, NATIJANI TEKSHIRISH VA XATOLARNI TUZATISH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2238"/>
                <a:gridCol w="3801492"/>
                <a:gridCol w="405492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Belgisi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int() yoki float() unutilgan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TypeError yoki sonlar o‘rniga ulangan satr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input() ni int(...) yoki float(...) ichiga oling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Kasr vergul bilan kiritilgan (2,5)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ValueError: could not convert string to float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Kasrni nuqta bilan kiriting: 2.5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 harfi tushib qolgan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Ekranda {ism} so‘zma-so‘z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Qo‘shtirnoq oldiga f yozing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Qo‘shtirnoq yopilmagan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SyntaxError: unterminated string literal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Ochilgan qo‘shtirnoqni yoping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Chegaraviy qiymat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0 kiritilganda ham dastur xatosiz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ishlashini tekshiring.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Ikkita test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har dasturni kamida bitta oddiy va bitta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kasr qiymat bilan sinang.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O‘zaro tekshirish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qo‘shningiz dasturini o‘z test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qiymatlaringiz bilan ishga tushirib ko‘ring.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Muloqotli dastur tuzishda qanday bosqichlar ketma-ketligiga amal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qilinadi?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dasturni yozishdan oldin test qiymatini qo‘lda hisoblab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qo‘yish foydali?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8036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8036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8361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7279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f"{nom:&gt;18}" yozuvi qiymatni qanday chiqaradi?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4157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4157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4483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3400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2,5 kiritilganda float(input()) qanday xato beradi va nima uchun?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Ekranda f-satr o‘rniga {ism} yozuvi chiqsa, xato qayerda?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9-mavzu. input() va print() operatorlari bilan ishlash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