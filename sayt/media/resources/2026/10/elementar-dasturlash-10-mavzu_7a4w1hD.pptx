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Arifmetik va mantiqiy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Arifmetik operatorlar: +, -, *, /, //, %, **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Taqqoslash operatorlari va mantiqiy (bool) qiymatlar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Mantiqiy operatorlar and, or, not va amallarning bajarilish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ustuvorligi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Python tilidagi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arifmetik, taqqoslash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operatorlar,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natija turlari hamda ifodada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amallarning bajarilish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ustuvorligi bo‘yicha nazariy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Arifmetik va mantiqiy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operatorlarning vazifasini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tushuntiradilar, ifoda natijasini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uning turini oldindan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aniqlaydilar, murakkab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ifodalarda amallar tartibini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tahlil qiladilar.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ARIFMETIK OPERATORLAR: +, -, *, /, //, %, 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Operator va operand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Operator — qiymatlar ustida bajariladigan amal belgisi, operand esa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shu amal bajariladigan qiymat. Masalan, 7 + 2 ifodasida + operator, 7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2 operandlar.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ARIFMETIK OPERATORLAR: +, -, *, /, //, %, 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Arifmetik operatorlar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709"/>
                <a:gridCol w="3769527"/>
                <a:gridCol w="2319709"/>
                <a:gridCol w="231970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Nomi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+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+ 5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Ayirish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17 - 5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*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Ko‘paytirish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*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/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//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bo‘lish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//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ARIFMETIK OPERATORLAR: +, -, *, /, //, %, 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Bo‘lishning uch ko‘rinishi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Hayotiy misol: 100 ta kompyuterni 8 ta xonaga teng taqsimlash kerak. 100 // 8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natijasi 12 — har xonaga 12 tadan kompyuter, 100 % 8 natijasi 4 — ortib qolgan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kompyuterlar soni. int va float aralashsa, natija float bo‘ladi: 3 + 2.0 natijasi 5.0.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/ (oddiy bo‘lish):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natija har doim float: 10 / 2 natijasi 5.0, butun son emas.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077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8945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// (butun bo‘lish):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natija kichik tomonga yaxlitlanadi: 17 // 5 natijasi 3, -7 // 2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natijasi esa -4.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6929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5102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% (qoldiq): </a:t>
            </a:r>
            <a:r>
              <a:rPr sz="2200" b="0">
                <a:solidFill>
                  <a:srgbClr val="1B2A4A"/>
                </a:solidFill>
                <a:latin typeface="Segoe UI"/>
              </a:rPr>
              <a:t>bo‘lishdan qolgan qism: 17 % 5 natijasi 2. Son juftligini tekshirishda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ishlatiladi: n % 2 natijasi 0 bo‘lsa, son juft.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086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1258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Nolga bo‘lish: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5 / 0, 5 // 0 va 5 % 0 ifodalari ZeroDivisionError xatosini beradi.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TAQQOSLASH OPERATORLARI VA MANTIQIY (BOOL) QIYMATLAR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Taqqoslash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Taqqoslash operatorlari ikki qiymatni solishtiradi va natijada mantiqiy qiymat — True (rost)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False (yolg‘on) qaytaradi. Bu qiymatlar bool turiga tegishli va keyinchalik shart hamda takrorlash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operatorlarining asosini tashkil etadi.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2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749"/>
                <a:gridCol w="4126405"/>
                <a:gridCol w="2200749"/>
                <a:gridCol w="220074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==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==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!=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Teng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5!=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&gt;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&gt;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&lt;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Kichik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&lt; 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&gt;=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 yoki teng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18 &gt;= 18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TAQQOSLASH OPERATORLARI VA MANTIQIY (BOOL) QIYMATLAR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Taqqoslashning o‘ziga xos jihatlari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Taqqoslash natijasini o‘zgaruvchiga saqlash ham mumkin: kattami = yosh &gt;= 18.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Shundan so‘ng print(kattami) yosh qiymatiga qarab True yoki False chiqaradi.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= va == farqi: </a:t>
            </a:r>
            <a:r>
              <a:rPr sz="2200" b="0">
                <a:solidFill>
                  <a:srgbClr val="1B2A4A"/>
                </a:solidFill>
                <a:latin typeface="Segoe UI"/>
              </a:rPr>
              <a:t>bitta tenglik qiymat berish, ikkita tenglik esa solishtirish: x = 5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o‘zgaruvchiga qiymat beradi, x == 5 esa tekshiradi.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856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6735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Zanjirli taqqoslash: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1 &lt; x &lt; 10 yozuvi «x 1 dan katta va 10 dan kichik» degan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ma’noni beradi.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719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892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Satrlarni solishtirish: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katta-kichik harf farqlanadi: "Admin" == "admin" natijasi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False.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087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9049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Turli turlar: </a:t>
            </a:r>
            <a:r>
              <a:rPr sz="2200" b="0">
                <a:solidFill>
                  <a:srgbClr val="1B2A4A"/>
                </a:solidFill>
                <a:latin typeface="Segoe UI"/>
              </a:rPr>
              <a:t>5 == 5.0 natijasi True, lekin 5 == "5" natijasi False, chunki biri son,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ikkinchisi satr.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MANTIQIY OPERATORLAR AND, OR, NOT VA AMALLARNING BAJARILISH USTUVORLIGI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operatorlar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 nechta shartni birlashtirish uchun mantiqiy operatorlar ishlatiladi. and (va) — ikkala shart ham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rost bo‘lganda True; or (yoki) — kamida bittasi rost bo‘lsa True; not (emas) — qiymatni teskarisiga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aylantiradi.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2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 and B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 or B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MANTIQIY OPERATORLAR AND, OR, NOT VA AMALLARNING BAJARILISH USTUVORLIGI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Amallar ustuvorligi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Xulosa: ifodani yozishda ustuvorlikka shubha bo‘lsa, qavs qo‘yish eng ishonchli yo‘l — bu kodni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o‘qishni ham osonlashtiradi.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809"/>
                <a:gridCol w="1262194"/>
                <a:gridCol w="58376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Ifoda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+ 3 * 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ko‘paytirish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(2 + 3) *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Qavs ustuvorlikni o‘zgartiradi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+ 3 * 4 **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** 2 = 16, 3 * 16 = 48, 2 + 48 = 50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-2 ** 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Daraja unar minusdan oldin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 or False and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and avval: False and False =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/ va // operatorlarining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% operatori qanday masalalarda ishlatiladi? Misol keltiring.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= va == belgilari qanday farq qiladi?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and va or operatorlari qachon True natija beradi?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 + 3 * 4 ** 2 ifodasi qanday tartibda hisoblanadi?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10-mavzu. Arifmetik va mantiqiy operatorlar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