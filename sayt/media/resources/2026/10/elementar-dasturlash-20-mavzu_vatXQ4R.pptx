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Shart va takrorlash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operatorlarini birgalikda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Sikl ichida shart tekshirish: filtrlash va sanash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Eng katta qiymatni topish va tub sonni aniqlash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algoritmlari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menyuli kalkulyator dasturini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sikl ichida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operatorlaridan foydalanish,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filtrlash, eng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katta qiymatni topish, tub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sonni aniqlash va menyuli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 tuzish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for va while sikllari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ichida if-elif-else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konstruksiyasini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joylashtiradi va filtrlash,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qidirish hamda menyu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asosidagi dasturlarni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Sikl ichidagi shart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Ko‘p masalalarda ketma-ketlikdagi har bir element emas, faqat ma’lum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shartga mos keladiganlari kerak bo‘ladi. Buning uchun sikl tanasiga if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operatori joylashtiriladi.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3 ga karrali sonlar soni va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120"/>
                <a:gridCol w="548353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21):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dan 20 gacha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3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ga qoldiqsiz bo‘linsa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Sanoqni oshirish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«Tarmoq — Server» o‘yini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1 dan 15 gacha sonlar chiqariladi: 3 ga bo‘linsa «Tarmoq», 5 ga bo‘linsa «Server», ikkalasiga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bo‘linsa «IT-servis» so‘zi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826"/>
                <a:gridCol w="42148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16):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… 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15 == 0: print("IT-servis")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tor shart birinchi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i % 3 == 0: print("Tarmoq")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3, 6, 9, 12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i % 5 == 0: print("Server")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5, 10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 print(i)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Qolgan sonlar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ENG KATTA QIYMATNI TOPISH VA TUB SONNI ANIQLASH ALGORITMLARI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Eng katta qiymatni topish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Algoritm g‘oyasi: birinchi sonni «hozircha eng katta» deb olamiz, so‘ng har bir yangi sonni u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solishtiramiz va kattaroq bo‘lsa, almashtiramiz.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885"/>
                <a:gridCol w="31957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int(input("Nechta son?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eng_katta = int(input("1-son: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range(2, n + 1):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Qolgan sonlar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int(input(str(i) + "-son: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Navbatdagi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eng_katta: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Kattaroqmi?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ENG KATTA QIYMATNI TOPISH VA TUB SONNI ANIQLASH ALGORITMLARI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Tub sonni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Tub son — faqat 1 ga va o‘ziga bo‘linadigan, 1 dan katta natural son. Dastur 2 dan n - 1 gacha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bo‘luvchi qidiradi; topilsa, break bilan to‘xtaydi.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366"/>
                <a:gridCol w="598328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29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= n &gt;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va undan kichiklar tub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d in range(2, n):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Mumkin bo‘lgan bo‘luvchilar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 % d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Bo‘luvchi topildi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=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MENYULI KALKULYATOR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menyuli kalkulyator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while True siklida albatta chiqish yo‘li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(break) bo‘lishini tekshiring, aks holda dasturni Ctrl + C bilan to‘xtatishga to‘g‘ri keladi.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7774"/>
                <a:gridCol w="41908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Menyu qayta-qayta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amal = input("Amal (+ - * /) yoki q: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Tanlov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amal == "q":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float(input("a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MENYULI KALKULYATOR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579"/>
                <a:gridCol w="3413663"/>
                <a:gridCol w="37794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if/elif o‘rniga bir nechta 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noto‘g‘ri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Zanjirni if-elif-else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 yetarli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sikldan tashqarida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tanasini 4 bo‘shliq surish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eng_katta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Manfiy sonlarda xato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sonni 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ichidagi if operatori qanday chekinish bilan yoziladi?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Eng katta qiymatni topishda nima uchun boshlang‘ich qiymat 0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olinmaydi?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Tub sonni tekshirishda break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if-elif zanjirida shartlar tartibi qachon muhim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Menyuli dasturdan qanday chiqiladi?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Shart va takrorlash operatorlarini birgalikda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