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Masalaga mos algoritm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tuzish va blok-sxema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ishlab chiqish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Masala shartini tahlil qilish: berilganlar, natija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cheklovlar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Tarmoqlanuvchi va takrorlanuvchi algoritm uchun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blok-sxema tuzish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individual masala uchun algoritm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blok-sxema ishlab chiqish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hayotiy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kasbiy masala shartini tahlil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qilish, unga mos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tuzish, algoritmni blok-sxema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ko‘rinishida ifodalash va qo‘lda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masaladan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berilganlar, natija va shartlarni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ajratadi, tarmoqlanuvchi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takrorlanuvchi algoritmni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blok-sxemada to‘g‘ri belgilar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bilan tasvirlaydi hamda uni test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qiymatlari bilan qo‘lda tekshiradi.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MASALA SHARTINI TAHLIL QILISH: BERILGANLAR, NATIJA VA CHEKLOVLAR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Masaladan algoritmga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yozishdan oldin masalani to‘liq tushunish kerak. Tajribali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dasturchi klaviaturaga emas, avval qog‘ozga murojaat qiladi: nima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beriladi, nima topiladi va qanday shartlar bor. Shu savollarga javob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topilmasa, eng chiroyli kod ham noto‘g‘ri masalani yechadi.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MASALA SHARTINI TAHLIL QILISH: BERILGANLAR, NATIJA VA CHEKLOVLAR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Tahlil savollari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Berilganlar (kirish):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 qanday ma’lumotlarni kiritadi,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ularning turi qanday (butun son, kasr son, matn)?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Natija (chiqish):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 nimani va qanday ko‘rinishda chiqarishi kerak?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Shartlar: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qaysi holatlarda hisoblash usuli o‘zgaradi (chegirma, limit,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ruxsat)?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Takrorlanish: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qaysi amal necha marta bajariladi?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Cheklovlar: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qanday qiymatlar mumkin emas (manfiy son, nolga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bo‘lish)?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MASALA SHARTINI TAHLIL QILISH: BERILGANLAR, NATIJA VA CHEKLOVLAR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IT-servis markazidagi ta’mirlash narxi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Masala: diagnostika 50 000 so‘m, har bir soatlik ish 40 000 so‘m turadi. Doimiy mijozga umumiy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summadan 10 % chegirma beriladi. Ish soati va mijoz turi kiritilganda to‘lov summasini toping.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389"/>
                <a:gridCol w="820426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Tahlil bandi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Javob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Berilganlar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(butun son), doimiy (ha yoki yo‘q)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(so‘m)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Formula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50000 + 40000 × soat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= «ha» bo‘lsa, narx = narx × 0.9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Cheklov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manfiy bo‘lmasligi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VA TAKRORLANUVCHI ALGORITM UCHUN BLOK-SXEMA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 belgilari (eslatma)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828"/>
                <a:gridCol w="4353657"/>
                <a:gridCol w="41981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Shakl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Boshlanish va tugash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Boshlash, Tugatish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 va 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soat, doimiy ni kiritish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Hisoblash (jarayon)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50000 + 40000 × soat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tekshirish (Ha / Yo‘q)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= «ha»?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Bajarilish yo‘nalishi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Yuqoridan pastga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VA TAKRORLANUVCHI ALGORITM UCHUN BLOK-SXEMA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algoritm blok-sxemasi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Qo‘lda tekshirish: soat = 2, doimiy = «ha» → 50 000 + 80 000 = 130 000, chegirma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bilan 117 000 so‘m. Doimiy bo‘lmasa — 130 000 so‘m.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Oval: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«Boshlash».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Parallelogramm: </a:t>
            </a:r>
            <a:r>
              <a:rPr sz="2200" b="0">
                <a:solidFill>
                  <a:srgbClr val="1B2A4A"/>
                </a:solidFill>
                <a:latin typeface="Segoe UI"/>
              </a:rPr>
              <a:t>soat, doimiy ni kiritish.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To‘rtburchak: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50000 + 40000 × soat.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Romb: </a:t>
            </a:r>
            <a:r>
              <a:rPr sz="2200" b="0">
                <a:solidFill>
                  <a:srgbClr val="1B2A4A"/>
                </a:solidFill>
                <a:latin typeface="Segoe UI"/>
              </a:rPr>
              <a:t>doimiy = «ha»? «Ha» tarmog‘i → to‘rtburchak: narx = narx × 0.9; «Yo‘q»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tarmog‘i chegirmasiz o‘tadi.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Ikkala tarmoq qo‘shiladi → parallelogramm: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ni chiqarish.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0137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4830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Oval: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«Tugatish».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VA TAKRORLANUVCHI ALGORITM UCHUN BLOK-SXEMA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Takrorlanuvchi algoritm: haftalik internet trafigi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Masala: 7 kun davomida har kuni sarflangan trafik (Gb) kiritiladi. Kunlik limit — 5 Gb. Jami trafik,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kunlik o‘rtacha va limitdan oshgan kunlar sonini toping. Bu yerda sikl va uning ichida shart bor.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755"/>
                <a:gridCol w="2398169"/>
                <a:gridCol w="732072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Blok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0, oshgan = 0, kun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kun &lt;= 7? «Yo‘q» bo‘lsa → 6-blok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ni 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jami +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+ 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&gt; 5? «Ha» → oshgan = oshgan + 1; kun = kun + 1 → 2-blok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INDIVIDUAL MASALA UCHUN ALGORITM VA BLOK-SXEMA ISHLAB CHIQISH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«Stansiyalar»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kompyuter (draw.io yoki diagrams.net) yoki A4 qog‘oz. Guruhlar 4 ta stansiyadan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o‘tadi: tahlil, blok-sxema, qo‘lda tekshirish, taqdimot. Har bir guruh o‘z variantini 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54"/>
                <a:gridCol w="7375950"/>
                <a:gridCol w="24586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Variant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Algoritm 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Printerda n varaq chop etish narxi: 100 varaqdan ko‘p bo‘lsa, har…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Tarmoqlanuvchi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Guruhdagi 10 o‘quvchi bahosidan a’lochilar sonini topish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Takrorlanuvchi + 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Kiritilgan parol uzunligi 8 belgidan kam bo‘lsa, qayta so‘rash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sikli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 tomoni berilgan uchburchak mavjudligini va turini aniqlash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Murakkab 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INDIVIDUAL MASALA UCHUN ALGORITM VA BLOK-SXEMA ISHLAB CHIQISH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284"/>
                <a:gridCol w="3920085"/>
                <a:gridCol w="34042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chiqishlari belgilanmagan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Qaysi tarmoq qachon bajarilishi noaniq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«Ha» va «Yo‘q»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Siklda qaytish strelkasi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Takrorlanish ko‘rinmaydi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Strelkani shart blokiga qaytarish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 to‘rtburchakda chizilgan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Belgi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 ishlatish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qiymatlar berilmagan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qiymati noma’lum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Sikldan oldin jami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Berilganlar (kirish)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Foydalanuvchi qanday ma’lumotlarni kiritadi,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ularning turi qanday (butun son, kasr son, matn)?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Cheklovlar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Qanday qiymatlar mumkin emas (manfiy son,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nolga bo‘lish)?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Natija (chiqish)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Dastur nimani va qanday ko‘rinishda chiqarishi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kerak?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Shartlar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Qaysi holatlarda hisoblash usuli o‘zgaradi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(chegirma, limit, ruxsat)?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Takrorlanish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Qaysi amal necha marta bajariladi?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Masala shartini tahlil qilishda qaysi savollarga javob topish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Blok-sxemada kiritish va chiqarish qaysi shakl bilan ifodalanadi?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Romb blokidan nechta chiqish bo‘ladi va ular qanday belgilanadi?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Takrorlanuvchi algoritm blok-sxemasida sikl qanday ko‘rsatiladi?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Blok-sxemani kod yozishdan oldin qo‘lda tekshirish nima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27-mavzu. Masalaga mos algoritm tuzish va blok-sxema ishlab chiqish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