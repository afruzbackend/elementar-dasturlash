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 natijasini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chiqarish va to‘g‘riligini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Natijani tushunarli chiqarish: f-satrlar va formatlash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Test qiymatlarini tanlash va natijani kutilgan javob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solishtirish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elektr energiyasi to‘lovi dasturini test rejasi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asosida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05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O‘quvchilarga dastur natijasini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o‘qishga qulay shaklda chiqarish,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test qiymatlarini (oddiy,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chegaraviy, noto‘g‘ri) tanlash,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kutilgan javobni oldindan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hisoblash va natijaning to‘g‘riligini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asoslab berish bo‘yicha amaliy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natijani f-satrlar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formatlab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chiqaradi, dastur uchun test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jadvalini tuzadi, natijani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kutilgan javob bilan solishtiradi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kasr sonlarni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taqqoslaydi.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NATIJANI TUSHUNARLI CHIQARISH: F-SATRLAR VA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 foydalanuvchi uchun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hisoblagan son o‘z-o‘zidan hech narsa demaydi. «117000.0»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o‘rniga «To‘lov: 117 000 so‘m» yozuvi chiqsa, foydalanuvchi uni darhol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tushunadi.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NATIJANI TUSHUNARLI CHIQARISH: F-SATRLAR VA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f-satr (f-string) bilan formatlash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f-satr oldiga f harfi qo‘yilgan matn bo‘lib, {} qavslar ichidagi o‘zgaruvchi yoki ifoda o‘z qiymati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almashtiriladi. Qavs ichida ikki nuqtadan keyin format ko‘rsatilishi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6908"/>
                <a:gridCol w="329174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print(f"{ism}: {ball:.1f} ball") # ism = "Ali", ball = 87.456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Ali: 87.5 ball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print(f"{3.14159:.2f}")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3.14 — 2 ta kasr xonasi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print(f"{1250000:,}")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1,250,000 — ming xonalari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print(f"{1250000:,}".replace(",", "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1 250 000 — bo‘sh joy bilan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print(f"{0.875:.1%}")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87.5% — foiz ko‘rinishi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qanday tekshiramiz?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xato xabari chiqarmagani uning to‘g‘ri ishlashini anglatmaydi.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Tekshirishning asosiy qoidasi: kutilgan javob dasturni ishga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tushirishdan oldin qo‘lda hisoblanadi. Aks holda dastur chiqargan har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qanday son «to‘g‘ri» bo‘lib ko‘rinadi.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qiymatlari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743"/>
                <a:gridCol w="5679876"/>
                <a:gridCol w="347103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Maqsadi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 (ball 0–100)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Asosiy holat ishlashini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chegarasidagi xatolarni topish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0, 55, 56, 85, 86, 100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Dasturning himoyasini sinash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-5, 120, «abc»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Nol, bo‘sh qator, juda katta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0, 1000000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Kasr sonlarni solishtirish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Kasr sonlar xotirada taqriban saqlanadi: print(0.1 + 0.2) natijasi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0.30000000000000004, shuning uchun 0.1 + 0.2 == 0.3 ifodasi False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TEST QIYMATLARINI TANLASH VA NATIJANI KUTILGAN JAVOB BILAN SOLISHTIRISH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Teskari tekshiruv va assert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Ba’zan natijani teskari amal bilan tekshirish qulay: kvadrat ildiz olingan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bo‘lsa, natija kvadratga oshiriladi; bo‘lish natijasi bo‘luvchiga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ko‘paytiriladi.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ELEKTR ENERGIYASI TO‘LOVI DASTURINI TEST REJASI ASOSIDA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elektr energiyasi to‘lovi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test jadvali blankasi. Ish juftlikda bajariladi: bir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o‘quvchi «dasturchi», ikkinchisi «tester». Shartli tarif (o‘quv maqsadida): 100 kVt·soatgacha har biri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600 so‘m, 100 dan ortig‘i uchun har biri 900 so‘m.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89"/>
                <a:gridCol w="290946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kvt = float(input("Sarflangan kVt·soat: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kvt &lt;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print("Xato: manfiy qiymat")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kvt &lt;= 100: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1-pog‘ona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ELEKTR ENERGIYASI TO‘LOVI DASTURINI TEST REJASI ASOSIDA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Test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926"/>
                <a:gridCol w="3786584"/>
                <a:gridCol w="3155486"/>
                <a:gridCol w="210365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Qo‘lda hisob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 × 600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30 000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 × 600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60 000 + 1 × 900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60 900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Chegaraviy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60 000 + 150 × 900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195 000 so‘m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Oddiy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× 600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so‘m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Maxsus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Diqqat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Round(2.675, 2) natijasi 2.67 bo‘ladi, chunki 2.675 kompyuter xotirasida aniq saqlanmaydi.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0405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0405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3659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Yaxshi chiqarilgan natija qanday uch talabga javob berishi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2831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2831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1571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2427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f"{x:.2f}" formati nima qiladi va u round() dan nimasi bilan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86229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86229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89483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03398"/>
            <a:ext cx="10206825" cy="44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Chegaraviy test qiymati nima? Elektr to‘lovi dasturi uchun misol 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44141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44141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47395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38251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Nima uchun kutilgan javob dasturni ishga tushirishdan oldin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hisoblanadi?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4167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416777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449318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357878"/>
            <a:ext cx="1020682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Nima uchun 0.1 + 0.2 == 0.3 ifodasi False beradi va kasr sonlarni qanday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solishtirish kerak?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29-mavzu. Dastur natijasini chiqarish va to‘g‘riligini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