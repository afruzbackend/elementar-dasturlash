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12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0E7C7B"/>
                </a:solidFill>
                <a:latin typeface="Georgia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Python dasturlash muhiti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va oddiy kodlar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Python interpretatorini o‘rnatish va ishlashini tekshirish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Idle muhiti: interaktiv rejim va skript (fayl) rejimi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Birinchi oddiy kodlar va ularni ishga tushirish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Python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interpretatorini o‘rnatish, IDLE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boshqa dasturlash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muhitlarida ishlash, interaktiv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skript rejimlarida oddiy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kodlarni bajarish haqida bilim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Python o‘rnatilganini tekshira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oladilar, IDLE ning interaktiv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fayl rejimlarini farqlaydilar,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oddiy kodni.py faylga saqlab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ishga tushiradilar.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PYTHON INTERPRETATORINI O‘RNATISH VA ISHLASHINI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Dasturlash muhiti nima?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Python kodini bajarish uchun kompyuterda interpretator o‘rnatilgan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bo‘lishi kerak. Kod yozish, saqlash, ishga tushirish va xatolarni ko‘rish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uchun qulay dastur esa dasturlash muhiti (IDE — Integrated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Development Environment) deyiladi.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PYTHON INTERPRETATORINI O‘RNATISH VA ISHLASHINI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Windows da Pythonni o‘rnatish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2123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184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sz="2300" b="0">
                <a:solidFill>
                  <a:srgbClr val="3A4560"/>
                </a:solidFill>
                <a:latin typeface="Segoe UI"/>
              </a:rPr>
              <a:t>O‘rnatish to‘g‘riligini tekshirish uchun Win + R tugmalarini bosib, cmd deb yozing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va Enter ni bosing. Ochilgan buyruq satrida python --version buyrug‘ini kiriting.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Agar «Python 3.12.4» kabi javob chiqsa, interpretator ishlayapti.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10379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985516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Brauzerda rasmiy sayt python.org ni ochib, Downloads bo‘limidan Windows uchun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so‘nggi Python 3 o‘rnatuvchisini yuklab olish.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96536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847084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Yuklangan faylni ishga tushirish.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46929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351020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Birinchi oynaning pastidagi «Add python.exe to PATH» belgisini albatta yoqish.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97323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85495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«Install Now» tugmasini bosib, o‘rnatish tugashini kutish.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47716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358892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«Setup was successful» xabari chiqqach, «Close» tugmasini bosish.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IDLE MUHITI: INTERAKTIV REJIM VA SKRIPT (FAYL) REJIMI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IDLE: interaktiv rejim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IDLE ni Pusk menyusidan «IDLE (Python 3.x)» nomi orqali ochish mumkin. Ochilgan oyna Python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Shell deyiladi, unda &gt;&gt;&gt; belgisi ko‘rinadi. Bu interaktiv rejim: buyruq yozib Enter bosilsa, natija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darhol chiqadi.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5069"/>
                <a:gridCol w="7543585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 (&gt;&gt;&gt; dan keyin)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 + 3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7 / 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3.5 — bo‘lish natijasi kasr son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10 - 4 * 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 — avval ko‘paytirish bajariladi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"Salom" * 3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'SalomSalomSalom' — matn 3 marta takrorlanadi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print("IT-servis")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IT-servis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IDLE MUHITI: INTERAKTIV REJIM VA SKRIPT (FAYL) REJIMI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IDLE: skript (fayl) rejimi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3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727"/>
                <a:gridCol w="4204472"/>
                <a:gridCol w="434945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Mezon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Interaktiv rejim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Skript rejimi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Kod saqlanadimi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Ha,.py faylda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Natija chiqishi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Har bir qatordan keyin darhol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Butun fayl bajarilgandan keyin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Qachon qulay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Tez hisoblash, sinab ko‘rish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To‘liq dastur yozish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BIRINCHI ODDIY KODLAR VA ULARNI ISHGA TUSHIRISH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Birinchi dastur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Dasturlash an’anasiga ko‘ra birinchi dastur ekranga salom chiqaradi.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5409"/>
                <a:gridCol w="4023245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# Mening birinchi dasturim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Izoh — bajarilmaydi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print("Assalomu alaykum!")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Assalomu alaykum!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print("Men Python o‘rganyapman.")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Men Python o‘rganyapman.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print("Bir yilda", 365 * 24, "soat bor")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Bir yilda 8760 soat bor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BIRINCHI ODDIY KODLAR VA ULARNI ISHGA TUSHIRISH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Boshlovchilar ko‘p qiladigan xatolar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Faylni saqlamasdan F5 bosish: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IDLE avval saqlashni so‘raydi; fayl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nomida bo‘sh joy va kirill harflaridan qoching.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Faylni python.py yoki print.py deb nomlash: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standart modul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nomlari bilan to‘qnashuv yuzaga kelishi mumkin.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Qo‘shtirnoqni yopmaslik: </a:t>
            </a:r>
            <a:r>
              <a:rPr sz="2600" b="0">
                <a:solidFill>
                  <a:srgbClr val="1B2A4A"/>
                </a:solidFill>
                <a:latin typeface="Segoe UI"/>
              </a:rPr>
              <a:t>SyntaxError xatosi chiqadi.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712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9735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Interaktiv rejimdagi &gt;&gt;&gt; belgisini faylga ko‘chirish: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bu belgi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kodning qismi emas.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4389882"/>
          </a:xfrm>
          <a:prstGeom prst="roundRect">
            <a:avLst>
              <a:gd name="adj" fmla="val 1666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438988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Qo‘shtirnoqni yopmaslik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10682313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— SyntaxError xatosi chiqadi.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Dasturlash muhiti (IDE) nima va qanday muhitlarni bilasiz?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Pythonni o‘rnatishda «Add python.exe to PATH» belgisi nima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uchun kerak?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3743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3743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4069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986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Python o‘rnatilganini qanday tekshirish mumkin?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Interaktiv rejim va skript rejimining farqi nimada?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IDLE da faylni ishga tushirish uchun qaysi tugma bosiladi?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0E7C7B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5-mavzu. Python dasturlash muhiti va oddiy kodlar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