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16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24508F"/>
                </a:solidFill>
                <a:latin typeface="Georgia"/>
              </a:rPr>
              <a:t>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ELEMENTAR DASTURLASH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for takrorlash operatori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bilan ishlash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17-MAVZU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Range() funksiyasi va uning parametrlari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For yordamida yig‘indi, ko‘paytma va sanash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(akkumulyator usuli)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mashq: ko‘paytirish jadvali va faktorial dasturlarini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tuzish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17-MAVZU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046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sz="2500" b="0">
                <a:solidFill>
                  <a:srgbClr val="3A4560"/>
                </a:solidFill>
                <a:latin typeface="Segoe UI"/>
              </a:rPr>
              <a:t>O‘quvchilarga range()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funksiyasining parametrlari, for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sikli yordamida yig‘indi,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ko‘paytma va sanoqni hisoblash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hamda satr belgilarini aylanib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chiqish bo‘yicha amaliy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ko‘nikmalar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range()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parametrlarini to‘g‘ri tanlaydi,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akkumulyator usulida yig‘indi,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ko‘paytma va sanoqni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hisoblaydigan for dasturlarini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mustaqil yozadi.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RANGE() FUNKSIYASI VA UNING PARAMETRLARI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range() funksiyasi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for sikli ko‘pincha range() funksiyasi bilan birga ishlatiladi. U uchta parametr qabul qilishi mumkin: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start — boshlang‘ich son (standart 0), stop — tugash chegarasi (o‘zi kirmaydi), step — qadam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(standart 1). Qadam manfiy bo‘lsa, sonlar kamayib boradi.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1063"/>
                <a:gridCol w="7607591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Ifoda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Hosil bo‘ladigan sonlar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range(5)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0, 1, 2, 3, 4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range(2, 6)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2, 3, 4, 5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range(1, 10, 2)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1, 3, 5, 7, 9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range(10, 0, -3)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10, 7, 4, 1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range(5, 1)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Bo‘sh — sikl bir marta ham bajarilmaydi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RANGE() FUNKSIYASI VA UNING PARAMETRLARI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Satr belgilarini aylanib chiqish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for faqat sonlar bilan emas, satr bilan ham ishlaydi: har iteratsiyada o‘zgaruvchiga satrning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navbatdagi belgisi beriladi. print() funksiyasining end parametri natijani bitta qatorga chiqarish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imkonini beradi.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4" cy="14535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2254"/>
                <a:gridCol w="6556400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for harf in "Python":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Har bir harf navbat bilan olinadi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print(harf, end="-")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P-y-t-h-o-n-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FOR YORDAMIDA YIG‘INDI, KO‘PAYTMA VA SANASH (AKKUMULYATOR USULI)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Akkumulyator usuli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Akkumulyator — sikl davomida natija «yig‘iladigan» o‘zgaruvchi. U sikldan OLDIN boshlang‘ich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qiymat oladi: yig‘indi va sanoq uchun 0, ko‘paytma uchun 1. Agar ko‘paytma 0 dan boshlansa,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natija har doim 0 bo‘lib qoladi.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4" cy="1938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6882"/>
                <a:gridCol w="3920085"/>
                <a:gridCol w="4951687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Vazifa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Boshlang‘ich qiymat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Sikl ichida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Yig‘indi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 = 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 += 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Ko‘paytma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 = 1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 *= 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Sanoq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 = 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 += 1 (shart bajarilsa)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FOR YORDAMIDA YIG‘INDI, KO‘PAYTMA VA SANASH (AKKUMULYATOR USULI)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Misol: juft sonlar yig‘indisi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range(2, 11, 2) faqat juft sonlarni beradi, shuning uchun shart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tekshirish shart emas. Avval s = 0 deb olinadi, so‘ng bitta qatorli sikl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yoziladi: for i in range(2, 11, 2): s += i — natijada s = 2 + 4 + 6 + 8 +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10 = 30.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FOR YORDAMIDA YIG‘INDI, KO‘PAYTMA VA SANASH (AKKUMULYATOR USULI)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Misol: so‘zdagi «a» harflarini sanash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5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06035"/>
                <a:gridCol w="6222620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Izoh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soz = input("So‘z: 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Masalan, banan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 = 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Sanoq boshlanishi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for h in soz: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Har bir harfni ko‘rib chiqish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h == "a":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Harf «a» bo‘lsa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 += 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Sanoq 1 ga oshadi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FOR YORDAMIDA YIG‘INDI, KO‘PAYTMA VA SANASH (AKKUMULYATOR USULI)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922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Misol: 1 dan n gacha sonlar ko‘paytmasi va o‘rta</a:t>
            </a:r>
            <a:br/>
            <a:r>
              <a:rPr sz="3000" b="1">
                <a:solidFill>
                  <a:srgbClr val="1B2A4A"/>
                </a:solidFill>
                <a:latin typeface="Georgia"/>
              </a:rPr>
              <a:t>arifmetigi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82727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204673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208330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Bir siklning o‘zida bir nechta akkumulyatordan foydalanish mumkin.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Masalan, 1 dan n gacha sonlarning yig‘indisi s va soni k bir vaqtda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hisoblanadi, sikldan keyin esa o‘rta arifmetik s / k formula bilan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topiladi.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AMALIY MASHQ: KO‘PAYTIRISH JADVALI VA FAKTORIAL DASTURLARINI TUZISH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Amaliy mashq 1: ko‘paytirish jadvali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Kerakli jihozlar: Python 3 o‘rnatilgan kompyuter. Xavfsizlik: faylni tez-tez saqlang (Ctrl + S), stul va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monitor holatini to‘g‘rilang.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5" cy="1938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90242"/>
                <a:gridCol w="4838413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 / izoh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 = int(input("Son: "))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Masalan, 7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for i in range(1, 11):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 = 1 … 10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print(n, "x", i, "=", n * i)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7 x 1 = 7 … 7 x 10 = 70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AMALIY MASHQ: KO‘PAYTIRISH JADVALI VA FAKTORIAL DASTURLARINI TUZISH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Amaliy mashq 2: faktorial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 sonini kiriting va p = 1 deb oling.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36389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1411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for i in range(1, n + 1): </a:t>
            </a:r>
            <a:r>
              <a:rPr sz="2600" b="0">
                <a:solidFill>
                  <a:srgbClr val="1B2A4A"/>
                </a:solidFill>
                <a:latin typeface="Segoe UI"/>
              </a:rPr>
              <a:t>p *= i siklini yozing.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293285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78307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print(n, "! =", p) bilan natijani chiqaring.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50181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35203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Tekshiring: </a:t>
            </a:r>
            <a:r>
              <a:rPr sz="2600" b="0">
                <a:solidFill>
                  <a:srgbClr val="1B2A4A"/>
                </a:solidFill>
                <a:latin typeface="Segoe UI"/>
              </a:rPr>
              <a:t>n = 5 da 120, n = 1 da 1, n = 0 da 1 (sikl bajarilmaydi, p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o‘zgarmaydi).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AMALIY MASHQ: KO‘PAYTIRISH JADVALI VA FAKTORIAL DASTURLARINI TUZISH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Tipik xatolar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3" cy="3025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8124"/>
                <a:gridCol w="3248124"/>
                <a:gridCol w="4232405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Xato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Oqibat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Tuzatish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 = 0 deb boshlash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Faktorial doim 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 = 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range(1, 10)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Jadval 9 da tugaydi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range(1, 11)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 sikl ichida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Har qadamda oraliq natija chiqadi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 ni sikldan keyin, chekinishsiz yozish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Chekinish 2 va 4 bo‘shliq aralash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IndentationError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Hamma joyda 4 bo‘shliq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AMALIY MASHQ: KO‘PAYTIRISH JADVALI VA FAKTORIAL DASTURLARINI TUZISH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Natijani tekshirish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Har bir dasturni kamida uchta qiymat bilan sinang: oddiy holat (n = 5),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chegaraviy holat (n = 1) va maxsus holat (n = 0). Natijalarni daftardagi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qo‘lda hisoblangan javoblar bilan solishtiring.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33340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18363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AMALIY TOPSHIRIQ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90236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75259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Uchta dastur yozing: 1) kiritilgan son uchun 1 dan 10 gacha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ko‘paytirish jadvali; 2) n!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14 / 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17-MAVZU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4389882"/>
          </a:xfrm>
          <a:prstGeom prst="roundRect">
            <a:avLst>
              <a:gd name="adj" fmla="val 1666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4389882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10682313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Akkumulyator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10682313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Sikl davomida natija «yig‘iladigan» o‘zgaruvchi.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15 / 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17-MAVZU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range() funksiyasining uchta parametri nimani bildiradi?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range(10, 0, -2) qanday sonlarni hosil qiladi?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ko‘paytma uchun akkumulyator 1 dan boshlanadi?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for yordamida satr belgilarini qanday aylanib chiqish mumkin?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print() dagi end parametri nima uchun kerak?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16 / 16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24508F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17-mavzu. for takrorlash operatori bilan ishlash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